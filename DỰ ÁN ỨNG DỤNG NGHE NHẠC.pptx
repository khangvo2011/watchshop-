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62" r:id="rId3"/>
    <p:sldId id="258" r:id="rId4"/>
    <p:sldId id="259" r:id="rId5"/>
    <p:sldId id="263" r:id="rId6"/>
    <p:sldId id="264" r:id="rId7"/>
    <p:sldId id="265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6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3367E0-BCF3-440D-B31B-0C2CCD31E16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6644E95-0771-4ABB-B4CE-997E06A4F160}">
      <dgm:prSet/>
      <dgm:spPr/>
      <dgm:t>
        <a:bodyPr/>
        <a:lstStyle/>
        <a:p>
          <a:r>
            <a:rPr lang="en-US"/>
            <a:t>1. Trình bày ý tưởng</a:t>
          </a:r>
        </a:p>
      </dgm:t>
    </dgm:pt>
    <dgm:pt modelId="{B1A11EA1-C80F-4DB4-A43F-4F630137C103}" type="parTrans" cxnId="{5D005E75-E378-4B86-A486-8F4F99A26CA0}">
      <dgm:prSet/>
      <dgm:spPr/>
      <dgm:t>
        <a:bodyPr/>
        <a:lstStyle/>
        <a:p>
          <a:endParaRPr lang="en-US"/>
        </a:p>
      </dgm:t>
    </dgm:pt>
    <dgm:pt modelId="{2B15C7D4-3777-48D9-B0C3-7C3B05D044E1}" type="sibTrans" cxnId="{5D005E75-E378-4B86-A486-8F4F99A26CA0}">
      <dgm:prSet/>
      <dgm:spPr/>
      <dgm:t>
        <a:bodyPr/>
        <a:lstStyle/>
        <a:p>
          <a:endParaRPr lang="en-US"/>
        </a:p>
      </dgm:t>
    </dgm:pt>
    <dgm:pt modelId="{32A3C779-8378-477D-921E-24786289D366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Tổng</a:t>
          </a:r>
          <a:r>
            <a:rPr lang="en-US" dirty="0"/>
            <a:t> </a:t>
          </a:r>
          <a:r>
            <a:rPr lang="en-US" dirty="0" err="1"/>
            <a:t>quan</a:t>
          </a:r>
          <a:r>
            <a:rPr lang="en-US" dirty="0"/>
            <a:t> </a:t>
          </a:r>
          <a:r>
            <a:rPr lang="en-US" dirty="0" err="1"/>
            <a:t>về</a:t>
          </a:r>
          <a:r>
            <a:rPr lang="en-US" dirty="0"/>
            <a:t> </a:t>
          </a:r>
          <a:r>
            <a:rPr lang="en-US" dirty="0" err="1"/>
            <a:t>ứng</a:t>
          </a:r>
          <a:r>
            <a:rPr lang="en-US" dirty="0"/>
            <a:t> </a:t>
          </a:r>
          <a:r>
            <a:rPr lang="en-US" dirty="0" err="1"/>
            <a:t>dụng</a:t>
          </a:r>
          <a:endParaRPr lang="en-US" dirty="0"/>
        </a:p>
      </dgm:t>
    </dgm:pt>
    <dgm:pt modelId="{3D9D1150-F39D-4DE5-8057-950B37254F60}" type="parTrans" cxnId="{4875DBAA-99BE-4831-B277-7C36591D8F36}">
      <dgm:prSet/>
      <dgm:spPr/>
      <dgm:t>
        <a:bodyPr/>
        <a:lstStyle/>
        <a:p>
          <a:endParaRPr lang="en-US"/>
        </a:p>
      </dgm:t>
    </dgm:pt>
    <dgm:pt modelId="{4B1988FD-60D2-4F1D-93FC-A4F8CE423F65}" type="sibTrans" cxnId="{4875DBAA-99BE-4831-B277-7C36591D8F36}">
      <dgm:prSet/>
      <dgm:spPr/>
      <dgm:t>
        <a:bodyPr/>
        <a:lstStyle/>
        <a:p>
          <a:endParaRPr lang="en-US"/>
        </a:p>
      </dgm:t>
    </dgm:pt>
    <dgm:pt modelId="{F5AC9A39-1CC1-4FF7-91AD-C43195808CED}">
      <dgm:prSet/>
      <dgm:spPr/>
      <dgm:t>
        <a:bodyPr/>
        <a:lstStyle/>
        <a:p>
          <a:r>
            <a:rPr lang="en-US" dirty="0"/>
            <a:t>3. </a:t>
          </a:r>
          <a:r>
            <a:rPr lang="en-US" dirty="0" err="1"/>
            <a:t>Điểm</a:t>
          </a:r>
          <a:r>
            <a:rPr lang="en-US" dirty="0"/>
            <a:t> </a:t>
          </a:r>
          <a:r>
            <a:rPr lang="en-US" dirty="0" err="1"/>
            <a:t>nổi</a:t>
          </a:r>
          <a:r>
            <a:rPr lang="en-US" dirty="0"/>
            <a:t> </a:t>
          </a:r>
          <a:r>
            <a:rPr lang="en-US" dirty="0" err="1"/>
            <a:t>trội</a:t>
          </a:r>
          <a:r>
            <a:rPr lang="en-US" dirty="0"/>
            <a:t>/ </a:t>
          </a:r>
          <a:r>
            <a:rPr lang="en-US" dirty="0" err="1"/>
            <a:t>nhược</a:t>
          </a:r>
          <a:r>
            <a:rPr lang="en-US" dirty="0"/>
            <a:t> </a:t>
          </a:r>
          <a:r>
            <a:rPr lang="en-US" dirty="0" err="1"/>
            <a:t>điểm</a:t>
          </a:r>
          <a:endParaRPr lang="en-US" dirty="0"/>
        </a:p>
      </dgm:t>
    </dgm:pt>
    <dgm:pt modelId="{4F1EA977-EA49-4A1D-A2BE-347ACEAE1113}" type="parTrans" cxnId="{598F9D99-22F9-4EE5-AA84-B4CE2F64A065}">
      <dgm:prSet/>
      <dgm:spPr/>
      <dgm:t>
        <a:bodyPr/>
        <a:lstStyle/>
        <a:p>
          <a:endParaRPr lang="en-US"/>
        </a:p>
      </dgm:t>
    </dgm:pt>
    <dgm:pt modelId="{2B2A4E9C-5645-46CD-AFE5-6037C2C67ED5}" type="sibTrans" cxnId="{598F9D99-22F9-4EE5-AA84-B4CE2F64A065}">
      <dgm:prSet/>
      <dgm:spPr/>
      <dgm:t>
        <a:bodyPr/>
        <a:lstStyle/>
        <a:p>
          <a:endParaRPr lang="en-US"/>
        </a:p>
      </dgm:t>
    </dgm:pt>
    <dgm:pt modelId="{B4313541-C3DE-441B-85F2-196348F69E09}">
      <dgm:prSet/>
      <dgm:spPr/>
      <dgm:t>
        <a:bodyPr/>
        <a:lstStyle/>
        <a:p>
          <a:r>
            <a:rPr lang="en-US"/>
            <a:t>4. Hướng phát triển</a:t>
          </a:r>
        </a:p>
      </dgm:t>
    </dgm:pt>
    <dgm:pt modelId="{A6B046C4-68FC-4490-BD0F-66AC6433D773}" type="parTrans" cxnId="{C8E7A79A-70CB-4774-8FA7-977B7622216C}">
      <dgm:prSet/>
      <dgm:spPr/>
      <dgm:t>
        <a:bodyPr/>
        <a:lstStyle/>
        <a:p>
          <a:endParaRPr lang="en-US"/>
        </a:p>
      </dgm:t>
    </dgm:pt>
    <dgm:pt modelId="{C189C121-5EEE-4079-BDDB-9690AA8BBCA5}" type="sibTrans" cxnId="{C8E7A79A-70CB-4774-8FA7-977B7622216C}">
      <dgm:prSet/>
      <dgm:spPr/>
      <dgm:t>
        <a:bodyPr/>
        <a:lstStyle/>
        <a:p>
          <a:endParaRPr lang="en-US"/>
        </a:p>
      </dgm:t>
    </dgm:pt>
    <dgm:pt modelId="{E0BD5DB5-3954-468E-BF1A-5874938B8E04}">
      <dgm:prSet/>
      <dgm:spPr/>
      <dgm:t>
        <a:bodyPr/>
        <a:lstStyle/>
        <a:p>
          <a:r>
            <a:rPr lang="en-US" dirty="0"/>
            <a:t>5. </a:t>
          </a:r>
          <a:r>
            <a:rPr lang="en-US" dirty="0" err="1"/>
            <a:t>Trả</a:t>
          </a:r>
          <a:r>
            <a:rPr lang="en-US" dirty="0"/>
            <a:t> </a:t>
          </a:r>
          <a:r>
            <a:rPr lang="en-US" dirty="0" err="1"/>
            <a:t>lời</a:t>
          </a:r>
          <a:r>
            <a:rPr lang="en-US" dirty="0"/>
            <a:t> </a:t>
          </a:r>
          <a:r>
            <a:rPr lang="en-US" dirty="0" err="1"/>
            <a:t>câu</a:t>
          </a:r>
          <a:r>
            <a:rPr lang="en-US" dirty="0"/>
            <a:t> </a:t>
          </a:r>
          <a:r>
            <a:rPr lang="en-US" dirty="0" err="1"/>
            <a:t>hỏi</a:t>
          </a:r>
          <a:endParaRPr lang="en-US" dirty="0"/>
        </a:p>
      </dgm:t>
    </dgm:pt>
    <dgm:pt modelId="{D7835D5A-4804-47B5-B978-BFA1D0F6B506}" type="parTrans" cxnId="{70045F45-1BBD-4E9D-A9FE-2CDDB8DB4D85}">
      <dgm:prSet/>
      <dgm:spPr/>
      <dgm:t>
        <a:bodyPr/>
        <a:lstStyle/>
        <a:p>
          <a:endParaRPr lang="en-US"/>
        </a:p>
      </dgm:t>
    </dgm:pt>
    <dgm:pt modelId="{422D8400-C1F7-452C-B1A5-3F71F89BAADD}" type="sibTrans" cxnId="{70045F45-1BBD-4E9D-A9FE-2CDDB8DB4D85}">
      <dgm:prSet/>
      <dgm:spPr/>
      <dgm:t>
        <a:bodyPr/>
        <a:lstStyle/>
        <a:p>
          <a:endParaRPr lang="en-US"/>
        </a:p>
      </dgm:t>
    </dgm:pt>
    <dgm:pt modelId="{2F641CF1-3999-43FF-8DB4-149AB55F62E7}" type="pres">
      <dgm:prSet presAssocID="{553367E0-BCF3-440D-B31B-0C2CCD31E163}" presName="outerComposite" presStyleCnt="0">
        <dgm:presLayoutVars>
          <dgm:chMax val="5"/>
          <dgm:dir/>
          <dgm:resizeHandles val="exact"/>
        </dgm:presLayoutVars>
      </dgm:prSet>
      <dgm:spPr/>
    </dgm:pt>
    <dgm:pt modelId="{5057BE60-7485-45BD-AEA5-194BD7C43C17}" type="pres">
      <dgm:prSet presAssocID="{553367E0-BCF3-440D-B31B-0C2CCD31E163}" presName="dummyMaxCanvas" presStyleCnt="0">
        <dgm:presLayoutVars/>
      </dgm:prSet>
      <dgm:spPr/>
    </dgm:pt>
    <dgm:pt modelId="{FA200E65-C7C2-456F-A2F2-E7962F8E92BA}" type="pres">
      <dgm:prSet presAssocID="{553367E0-BCF3-440D-B31B-0C2CCD31E163}" presName="FiveNodes_1" presStyleLbl="node1" presStyleIdx="0" presStyleCnt="5" custLinFactNeighborX="-51081" custLinFactNeighborY="-1434">
        <dgm:presLayoutVars>
          <dgm:bulletEnabled val="1"/>
        </dgm:presLayoutVars>
      </dgm:prSet>
      <dgm:spPr/>
    </dgm:pt>
    <dgm:pt modelId="{A96C49C5-2D7A-4BDC-9BFF-6547E12C8EAF}" type="pres">
      <dgm:prSet presAssocID="{553367E0-BCF3-440D-B31B-0C2CCD31E163}" presName="FiveNodes_2" presStyleLbl="node1" presStyleIdx="1" presStyleCnt="5">
        <dgm:presLayoutVars>
          <dgm:bulletEnabled val="1"/>
        </dgm:presLayoutVars>
      </dgm:prSet>
      <dgm:spPr/>
    </dgm:pt>
    <dgm:pt modelId="{48910E50-0256-4239-86E7-E67C4C24156F}" type="pres">
      <dgm:prSet presAssocID="{553367E0-BCF3-440D-B31B-0C2CCD31E163}" presName="FiveNodes_3" presStyleLbl="node1" presStyleIdx="2" presStyleCnt="5">
        <dgm:presLayoutVars>
          <dgm:bulletEnabled val="1"/>
        </dgm:presLayoutVars>
      </dgm:prSet>
      <dgm:spPr/>
    </dgm:pt>
    <dgm:pt modelId="{9D42BA61-82F3-4E5F-A612-E391C4FBD6E0}" type="pres">
      <dgm:prSet presAssocID="{553367E0-BCF3-440D-B31B-0C2CCD31E163}" presName="FiveNodes_4" presStyleLbl="node1" presStyleIdx="3" presStyleCnt="5">
        <dgm:presLayoutVars>
          <dgm:bulletEnabled val="1"/>
        </dgm:presLayoutVars>
      </dgm:prSet>
      <dgm:spPr/>
    </dgm:pt>
    <dgm:pt modelId="{A0210610-7BFD-4AE0-AB2A-6851B0A16A83}" type="pres">
      <dgm:prSet presAssocID="{553367E0-BCF3-440D-B31B-0C2CCD31E163}" presName="FiveNodes_5" presStyleLbl="node1" presStyleIdx="4" presStyleCnt="5">
        <dgm:presLayoutVars>
          <dgm:bulletEnabled val="1"/>
        </dgm:presLayoutVars>
      </dgm:prSet>
      <dgm:spPr/>
    </dgm:pt>
    <dgm:pt modelId="{BAF4AA01-E605-4BD3-981D-9E5959586F20}" type="pres">
      <dgm:prSet presAssocID="{553367E0-BCF3-440D-B31B-0C2CCD31E163}" presName="FiveConn_1-2" presStyleLbl="fgAccFollowNode1" presStyleIdx="0" presStyleCnt="4">
        <dgm:presLayoutVars>
          <dgm:bulletEnabled val="1"/>
        </dgm:presLayoutVars>
      </dgm:prSet>
      <dgm:spPr/>
    </dgm:pt>
    <dgm:pt modelId="{BBA30F0C-9F97-4D77-AD63-2DE39110AABD}" type="pres">
      <dgm:prSet presAssocID="{553367E0-BCF3-440D-B31B-0C2CCD31E163}" presName="FiveConn_2-3" presStyleLbl="fgAccFollowNode1" presStyleIdx="1" presStyleCnt="4">
        <dgm:presLayoutVars>
          <dgm:bulletEnabled val="1"/>
        </dgm:presLayoutVars>
      </dgm:prSet>
      <dgm:spPr/>
    </dgm:pt>
    <dgm:pt modelId="{39EEA88A-EFFA-428F-A657-0FAD54558815}" type="pres">
      <dgm:prSet presAssocID="{553367E0-BCF3-440D-B31B-0C2CCD31E163}" presName="FiveConn_3-4" presStyleLbl="fgAccFollowNode1" presStyleIdx="2" presStyleCnt="4">
        <dgm:presLayoutVars>
          <dgm:bulletEnabled val="1"/>
        </dgm:presLayoutVars>
      </dgm:prSet>
      <dgm:spPr/>
    </dgm:pt>
    <dgm:pt modelId="{B84C69C0-11E7-423B-9C12-89DE1C8FC25B}" type="pres">
      <dgm:prSet presAssocID="{553367E0-BCF3-440D-B31B-0C2CCD31E163}" presName="FiveConn_4-5" presStyleLbl="fgAccFollowNode1" presStyleIdx="3" presStyleCnt="4">
        <dgm:presLayoutVars>
          <dgm:bulletEnabled val="1"/>
        </dgm:presLayoutVars>
      </dgm:prSet>
      <dgm:spPr/>
    </dgm:pt>
    <dgm:pt modelId="{480DB315-0DB1-4024-94D9-25DBC31828E8}" type="pres">
      <dgm:prSet presAssocID="{553367E0-BCF3-440D-B31B-0C2CCD31E163}" presName="FiveNodes_1_text" presStyleLbl="node1" presStyleIdx="4" presStyleCnt="5">
        <dgm:presLayoutVars>
          <dgm:bulletEnabled val="1"/>
        </dgm:presLayoutVars>
      </dgm:prSet>
      <dgm:spPr/>
    </dgm:pt>
    <dgm:pt modelId="{497B56C8-AB9C-4446-9DB0-B58CEB3322D9}" type="pres">
      <dgm:prSet presAssocID="{553367E0-BCF3-440D-B31B-0C2CCD31E163}" presName="FiveNodes_2_text" presStyleLbl="node1" presStyleIdx="4" presStyleCnt="5">
        <dgm:presLayoutVars>
          <dgm:bulletEnabled val="1"/>
        </dgm:presLayoutVars>
      </dgm:prSet>
      <dgm:spPr/>
    </dgm:pt>
    <dgm:pt modelId="{4885342C-6C1D-4610-931F-B6ED5DF47E75}" type="pres">
      <dgm:prSet presAssocID="{553367E0-BCF3-440D-B31B-0C2CCD31E163}" presName="FiveNodes_3_text" presStyleLbl="node1" presStyleIdx="4" presStyleCnt="5">
        <dgm:presLayoutVars>
          <dgm:bulletEnabled val="1"/>
        </dgm:presLayoutVars>
      </dgm:prSet>
      <dgm:spPr/>
    </dgm:pt>
    <dgm:pt modelId="{8384EEFC-0A72-4694-B9EF-27BB2B279D56}" type="pres">
      <dgm:prSet presAssocID="{553367E0-BCF3-440D-B31B-0C2CCD31E163}" presName="FiveNodes_4_text" presStyleLbl="node1" presStyleIdx="4" presStyleCnt="5">
        <dgm:presLayoutVars>
          <dgm:bulletEnabled val="1"/>
        </dgm:presLayoutVars>
      </dgm:prSet>
      <dgm:spPr/>
    </dgm:pt>
    <dgm:pt modelId="{9B92785E-7C5D-4B5E-9B31-2A2F53712A0B}" type="pres">
      <dgm:prSet presAssocID="{553367E0-BCF3-440D-B31B-0C2CCD31E16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F2A470F-1586-492C-8089-1458E0AD32AB}" type="presOf" srcId="{32A3C779-8378-477D-921E-24786289D366}" destId="{A96C49C5-2D7A-4BDC-9BFF-6547E12C8EAF}" srcOrd="0" destOrd="0" presId="urn:microsoft.com/office/officeart/2005/8/layout/vProcess5"/>
    <dgm:cxn modelId="{047FC214-8817-4BB1-8F6A-9BBDE5F41415}" type="presOf" srcId="{32A3C779-8378-477D-921E-24786289D366}" destId="{497B56C8-AB9C-4446-9DB0-B58CEB3322D9}" srcOrd="1" destOrd="0" presId="urn:microsoft.com/office/officeart/2005/8/layout/vProcess5"/>
    <dgm:cxn modelId="{AEAED228-D156-4861-86EF-4D9B049A4D1F}" type="presOf" srcId="{C6644E95-0771-4ABB-B4CE-997E06A4F160}" destId="{FA200E65-C7C2-456F-A2F2-E7962F8E92BA}" srcOrd="0" destOrd="0" presId="urn:microsoft.com/office/officeart/2005/8/layout/vProcess5"/>
    <dgm:cxn modelId="{26C4E03B-D67B-41E9-8361-FE4E9B7794EA}" type="presOf" srcId="{F5AC9A39-1CC1-4FF7-91AD-C43195808CED}" destId="{4885342C-6C1D-4610-931F-B6ED5DF47E75}" srcOrd="1" destOrd="0" presId="urn:microsoft.com/office/officeart/2005/8/layout/vProcess5"/>
    <dgm:cxn modelId="{7F63B260-2E24-4FD3-841D-7789063E1A1F}" type="presOf" srcId="{B4313541-C3DE-441B-85F2-196348F69E09}" destId="{8384EEFC-0A72-4694-B9EF-27BB2B279D56}" srcOrd="1" destOrd="0" presId="urn:microsoft.com/office/officeart/2005/8/layout/vProcess5"/>
    <dgm:cxn modelId="{1E44C844-AFC6-403A-B32B-E830906E45EC}" type="presOf" srcId="{F5AC9A39-1CC1-4FF7-91AD-C43195808CED}" destId="{48910E50-0256-4239-86E7-E67C4C24156F}" srcOrd="0" destOrd="0" presId="urn:microsoft.com/office/officeart/2005/8/layout/vProcess5"/>
    <dgm:cxn modelId="{70045F45-1BBD-4E9D-A9FE-2CDDB8DB4D85}" srcId="{553367E0-BCF3-440D-B31B-0C2CCD31E163}" destId="{E0BD5DB5-3954-468E-BF1A-5874938B8E04}" srcOrd="4" destOrd="0" parTransId="{D7835D5A-4804-47B5-B978-BFA1D0F6B506}" sibTransId="{422D8400-C1F7-452C-B1A5-3F71F89BAADD}"/>
    <dgm:cxn modelId="{2678E26E-02C1-4379-A48B-44D9D6F836FD}" type="presOf" srcId="{2B2A4E9C-5645-46CD-AFE5-6037C2C67ED5}" destId="{39EEA88A-EFFA-428F-A657-0FAD54558815}" srcOrd="0" destOrd="0" presId="urn:microsoft.com/office/officeart/2005/8/layout/vProcess5"/>
    <dgm:cxn modelId="{FF03706F-94EF-41FB-BBF7-4E006D0DDB18}" type="presOf" srcId="{553367E0-BCF3-440D-B31B-0C2CCD31E163}" destId="{2F641CF1-3999-43FF-8DB4-149AB55F62E7}" srcOrd="0" destOrd="0" presId="urn:microsoft.com/office/officeart/2005/8/layout/vProcess5"/>
    <dgm:cxn modelId="{5D005E75-E378-4B86-A486-8F4F99A26CA0}" srcId="{553367E0-BCF3-440D-B31B-0C2CCD31E163}" destId="{C6644E95-0771-4ABB-B4CE-997E06A4F160}" srcOrd="0" destOrd="0" parTransId="{B1A11EA1-C80F-4DB4-A43F-4F630137C103}" sibTransId="{2B15C7D4-3777-48D9-B0C3-7C3B05D044E1}"/>
    <dgm:cxn modelId="{534BFE77-6C02-4174-8EA4-B23CB938EEE8}" type="presOf" srcId="{B4313541-C3DE-441B-85F2-196348F69E09}" destId="{9D42BA61-82F3-4E5F-A612-E391C4FBD6E0}" srcOrd="0" destOrd="0" presId="urn:microsoft.com/office/officeart/2005/8/layout/vProcess5"/>
    <dgm:cxn modelId="{E5A8B87F-506B-4377-9A82-530923C86EE5}" type="presOf" srcId="{E0BD5DB5-3954-468E-BF1A-5874938B8E04}" destId="{A0210610-7BFD-4AE0-AB2A-6851B0A16A83}" srcOrd="0" destOrd="0" presId="urn:microsoft.com/office/officeart/2005/8/layout/vProcess5"/>
    <dgm:cxn modelId="{598F9D99-22F9-4EE5-AA84-B4CE2F64A065}" srcId="{553367E0-BCF3-440D-B31B-0C2CCD31E163}" destId="{F5AC9A39-1CC1-4FF7-91AD-C43195808CED}" srcOrd="2" destOrd="0" parTransId="{4F1EA977-EA49-4A1D-A2BE-347ACEAE1113}" sibTransId="{2B2A4E9C-5645-46CD-AFE5-6037C2C67ED5}"/>
    <dgm:cxn modelId="{C8E7A79A-70CB-4774-8FA7-977B7622216C}" srcId="{553367E0-BCF3-440D-B31B-0C2CCD31E163}" destId="{B4313541-C3DE-441B-85F2-196348F69E09}" srcOrd="3" destOrd="0" parTransId="{A6B046C4-68FC-4490-BD0F-66AC6433D773}" sibTransId="{C189C121-5EEE-4079-BDDB-9690AA8BBCA5}"/>
    <dgm:cxn modelId="{4B5A2FA3-A617-4963-86FE-C282FB22C89F}" type="presOf" srcId="{2B15C7D4-3777-48D9-B0C3-7C3B05D044E1}" destId="{BAF4AA01-E605-4BD3-981D-9E5959586F20}" srcOrd="0" destOrd="0" presId="urn:microsoft.com/office/officeart/2005/8/layout/vProcess5"/>
    <dgm:cxn modelId="{4875DBAA-99BE-4831-B277-7C36591D8F36}" srcId="{553367E0-BCF3-440D-B31B-0C2CCD31E163}" destId="{32A3C779-8378-477D-921E-24786289D366}" srcOrd="1" destOrd="0" parTransId="{3D9D1150-F39D-4DE5-8057-950B37254F60}" sibTransId="{4B1988FD-60D2-4F1D-93FC-A4F8CE423F65}"/>
    <dgm:cxn modelId="{EEE53CAD-E776-4215-8F9C-9FA3FC838EDC}" type="presOf" srcId="{E0BD5DB5-3954-468E-BF1A-5874938B8E04}" destId="{9B92785E-7C5D-4B5E-9B31-2A2F53712A0B}" srcOrd="1" destOrd="0" presId="urn:microsoft.com/office/officeart/2005/8/layout/vProcess5"/>
    <dgm:cxn modelId="{42F262B1-CFC3-4530-BA87-4551C974EBEA}" type="presOf" srcId="{4B1988FD-60D2-4F1D-93FC-A4F8CE423F65}" destId="{BBA30F0C-9F97-4D77-AD63-2DE39110AABD}" srcOrd="0" destOrd="0" presId="urn:microsoft.com/office/officeart/2005/8/layout/vProcess5"/>
    <dgm:cxn modelId="{F66A63ED-8908-46FD-B9E1-EEBC210CEFDE}" type="presOf" srcId="{C189C121-5EEE-4079-BDDB-9690AA8BBCA5}" destId="{B84C69C0-11E7-423B-9C12-89DE1C8FC25B}" srcOrd="0" destOrd="0" presId="urn:microsoft.com/office/officeart/2005/8/layout/vProcess5"/>
    <dgm:cxn modelId="{ADF31AFE-1883-4722-B4B4-4442AF80C8FC}" type="presOf" srcId="{C6644E95-0771-4ABB-B4CE-997E06A4F160}" destId="{480DB315-0DB1-4024-94D9-25DBC31828E8}" srcOrd="1" destOrd="0" presId="urn:microsoft.com/office/officeart/2005/8/layout/vProcess5"/>
    <dgm:cxn modelId="{6C9BB390-4C92-4561-BB0D-5B3E6739DD8A}" type="presParOf" srcId="{2F641CF1-3999-43FF-8DB4-149AB55F62E7}" destId="{5057BE60-7485-45BD-AEA5-194BD7C43C17}" srcOrd="0" destOrd="0" presId="urn:microsoft.com/office/officeart/2005/8/layout/vProcess5"/>
    <dgm:cxn modelId="{B98795AE-9328-4608-9982-FCB4371F654F}" type="presParOf" srcId="{2F641CF1-3999-43FF-8DB4-149AB55F62E7}" destId="{FA200E65-C7C2-456F-A2F2-E7962F8E92BA}" srcOrd="1" destOrd="0" presId="urn:microsoft.com/office/officeart/2005/8/layout/vProcess5"/>
    <dgm:cxn modelId="{F737908C-FF3D-4E94-BC7F-EACD9F9C22C6}" type="presParOf" srcId="{2F641CF1-3999-43FF-8DB4-149AB55F62E7}" destId="{A96C49C5-2D7A-4BDC-9BFF-6547E12C8EAF}" srcOrd="2" destOrd="0" presId="urn:microsoft.com/office/officeart/2005/8/layout/vProcess5"/>
    <dgm:cxn modelId="{0F48143C-0A7F-4245-9A4E-B34541EFB603}" type="presParOf" srcId="{2F641CF1-3999-43FF-8DB4-149AB55F62E7}" destId="{48910E50-0256-4239-86E7-E67C4C24156F}" srcOrd="3" destOrd="0" presId="urn:microsoft.com/office/officeart/2005/8/layout/vProcess5"/>
    <dgm:cxn modelId="{6FCE357A-5B63-4B4B-B64F-D4612CBAFA47}" type="presParOf" srcId="{2F641CF1-3999-43FF-8DB4-149AB55F62E7}" destId="{9D42BA61-82F3-4E5F-A612-E391C4FBD6E0}" srcOrd="4" destOrd="0" presId="urn:microsoft.com/office/officeart/2005/8/layout/vProcess5"/>
    <dgm:cxn modelId="{6C7DE715-DF97-4F74-9320-A2B16AA0096F}" type="presParOf" srcId="{2F641CF1-3999-43FF-8DB4-149AB55F62E7}" destId="{A0210610-7BFD-4AE0-AB2A-6851B0A16A83}" srcOrd="5" destOrd="0" presId="urn:microsoft.com/office/officeart/2005/8/layout/vProcess5"/>
    <dgm:cxn modelId="{9E716B1A-29A0-461F-B693-6276A28B42ED}" type="presParOf" srcId="{2F641CF1-3999-43FF-8DB4-149AB55F62E7}" destId="{BAF4AA01-E605-4BD3-981D-9E5959586F20}" srcOrd="6" destOrd="0" presId="urn:microsoft.com/office/officeart/2005/8/layout/vProcess5"/>
    <dgm:cxn modelId="{0EF974BF-2DCC-43CE-89A3-EDA1B1317DC6}" type="presParOf" srcId="{2F641CF1-3999-43FF-8DB4-149AB55F62E7}" destId="{BBA30F0C-9F97-4D77-AD63-2DE39110AABD}" srcOrd="7" destOrd="0" presId="urn:microsoft.com/office/officeart/2005/8/layout/vProcess5"/>
    <dgm:cxn modelId="{6DBCEEF0-89A9-4B61-9C4C-2E3BBBBF7FDF}" type="presParOf" srcId="{2F641CF1-3999-43FF-8DB4-149AB55F62E7}" destId="{39EEA88A-EFFA-428F-A657-0FAD54558815}" srcOrd="8" destOrd="0" presId="urn:microsoft.com/office/officeart/2005/8/layout/vProcess5"/>
    <dgm:cxn modelId="{D1513E01-00FD-4BEB-97DD-28A2F9F490C3}" type="presParOf" srcId="{2F641CF1-3999-43FF-8DB4-149AB55F62E7}" destId="{B84C69C0-11E7-423B-9C12-89DE1C8FC25B}" srcOrd="9" destOrd="0" presId="urn:microsoft.com/office/officeart/2005/8/layout/vProcess5"/>
    <dgm:cxn modelId="{24827C1E-3828-4AF0-8583-353B649C479E}" type="presParOf" srcId="{2F641CF1-3999-43FF-8DB4-149AB55F62E7}" destId="{480DB315-0DB1-4024-94D9-25DBC31828E8}" srcOrd="10" destOrd="0" presId="urn:microsoft.com/office/officeart/2005/8/layout/vProcess5"/>
    <dgm:cxn modelId="{4E56361F-8272-484A-ADB3-8F6DF8DE2D99}" type="presParOf" srcId="{2F641CF1-3999-43FF-8DB4-149AB55F62E7}" destId="{497B56C8-AB9C-4446-9DB0-B58CEB3322D9}" srcOrd="11" destOrd="0" presId="urn:microsoft.com/office/officeart/2005/8/layout/vProcess5"/>
    <dgm:cxn modelId="{B4670C69-6B19-4F39-ABF2-E96C17A8F976}" type="presParOf" srcId="{2F641CF1-3999-43FF-8DB4-149AB55F62E7}" destId="{4885342C-6C1D-4610-931F-B6ED5DF47E75}" srcOrd="12" destOrd="0" presId="urn:microsoft.com/office/officeart/2005/8/layout/vProcess5"/>
    <dgm:cxn modelId="{F10F3F81-9185-4355-8237-9726C31DDF49}" type="presParOf" srcId="{2F641CF1-3999-43FF-8DB4-149AB55F62E7}" destId="{8384EEFC-0A72-4694-B9EF-27BB2B279D56}" srcOrd="13" destOrd="0" presId="urn:microsoft.com/office/officeart/2005/8/layout/vProcess5"/>
    <dgm:cxn modelId="{8CE392D5-B162-4073-930E-5C9619929A17}" type="presParOf" srcId="{2F641CF1-3999-43FF-8DB4-149AB55F62E7}" destId="{9B92785E-7C5D-4B5E-9B31-2A2F53712A0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276EE4-256A-4E7F-851B-D0FEB349C569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28C87B4-B107-4F31-A7DE-7C171D6C100B}">
      <dgm:prSet/>
      <dgm:spPr/>
      <dgm:t>
        <a:bodyPr/>
        <a:lstStyle/>
        <a:p>
          <a:r>
            <a:rPr lang="en-US" dirty="0"/>
            <a:t>1. </a:t>
          </a:r>
          <a:r>
            <a:rPr lang="en-US" dirty="0" err="1"/>
            <a:t>Bố</a:t>
          </a:r>
          <a:r>
            <a:rPr lang="en-US" dirty="0"/>
            <a:t> </a:t>
          </a:r>
          <a:r>
            <a:rPr lang="en-US" dirty="0" err="1"/>
            <a:t>cục</a:t>
          </a:r>
          <a:r>
            <a:rPr lang="en-US" dirty="0"/>
            <a:t> </a:t>
          </a:r>
          <a:r>
            <a:rPr lang="en-US" dirty="0" err="1"/>
            <a:t>phân</a:t>
          </a:r>
          <a:r>
            <a:rPr lang="en-US" dirty="0"/>
            <a:t> </a:t>
          </a:r>
          <a:r>
            <a:rPr lang="en-US" dirty="0" err="1"/>
            <a:t>bổ</a:t>
          </a:r>
          <a:r>
            <a:rPr lang="en-US" dirty="0"/>
            <a:t> </a:t>
          </a:r>
          <a:r>
            <a:rPr lang="en-US" dirty="0" err="1"/>
            <a:t>rõ</a:t>
          </a:r>
          <a:r>
            <a:rPr lang="en-US" dirty="0"/>
            <a:t> </a:t>
          </a:r>
          <a:r>
            <a:rPr lang="en-US" dirty="0" err="1"/>
            <a:t>ràng</a:t>
          </a:r>
          <a:endParaRPr lang="en-US" dirty="0"/>
        </a:p>
      </dgm:t>
    </dgm:pt>
    <dgm:pt modelId="{F9E2E9FC-9AD2-4AEC-98A1-514C056988BD}" type="parTrans" cxnId="{046EEF74-71DC-4DC2-A74E-03FDB9298535}">
      <dgm:prSet/>
      <dgm:spPr/>
      <dgm:t>
        <a:bodyPr/>
        <a:lstStyle/>
        <a:p>
          <a:endParaRPr lang="en-US"/>
        </a:p>
      </dgm:t>
    </dgm:pt>
    <dgm:pt modelId="{D20288F0-A384-41F9-9331-5C40BD6601B1}" type="sibTrans" cxnId="{046EEF74-71DC-4DC2-A74E-03FDB9298535}">
      <dgm:prSet/>
      <dgm:spPr/>
      <dgm:t>
        <a:bodyPr/>
        <a:lstStyle/>
        <a:p>
          <a:endParaRPr lang="en-US"/>
        </a:p>
      </dgm:t>
    </dgm:pt>
    <dgm:pt modelId="{B069E6D4-F287-4948-8575-ACF6AA737875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đăng</a:t>
          </a:r>
          <a:r>
            <a:rPr lang="en-US" dirty="0"/>
            <a:t> </a:t>
          </a:r>
          <a:r>
            <a:rPr lang="en-US" dirty="0" err="1"/>
            <a:t>ký</a:t>
          </a:r>
          <a:r>
            <a:rPr lang="en-US" dirty="0"/>
            <a:t>/ </a:t>
          </a:r>
          <a:r>
            <a:rPr lang="en-US" dirty="0" err="1"/>
            <a:t>đăng</a:t>
          </a:r>
          <a:r>
            <a:rPr lang="en-US" dirty="0"/>
            <a:t> </a:t>
          </a:r>
          <a:r>
            <a:rPr lang="en-US" dirty="0" err="1"/>
            <a:t>nhập</a:t>
          </a:r>
          <a:endParaRPr lang="en-US" dirty="0"/>
        </a:p>
      </dgm:t>
    </dgm:pt>
    <dgm:pt modelId="{1980CCD9-4BC7-46B9-90EF-8CBC1B937ED3}" type="parTrans" cxnId="{48CB031F-B9E6-4BD6-AD23-4A37C1C2F4E1}">
      <dgm:prSet/>
      <dgm:spPr/>
      <dgm:t>
        <a:bodyPr/>
        <a:lstStyle/>
        <a:p>
          <a:endParaRPr lang="en-US"/>
        </a:p>
      </dgm:t>
    </dgm:pt>
    <dgm:pt modelId="{53747036-8C37-49F4-A7A1-6F6C6E1EE4C2}" type="sibTrans" cxnId="{48CB031F-B9E6-4BD6-AD23-4A37C1C2F4E1}">
      <dgm:prSet/>
      <dgm:spPr/>
      <dgm:t>
        <a:bodyPr/>
        <a:lstStyle/>
        <a:p>
          <a:endParaRPr lang="en-US"/>
        </a:p>
      </dgm:t>
    </dgm:pt>
    <dgm:pt modelId="{54E252FE-E2C5-48F5-AD52-4416E6129D04}">
      <dgm:prSet/>
      <dgm:spPr/>
      <dgm:t>
        <a:bodyPr/>
        <a:lstStyle/>
        <a:p>
          <a:r>
            <a:rPr lang="en-US" dirty="0"/>
            <a:t>3. </a:t>
          </a:r>
          <a:r>
            <a:rPr lang="en-US" dirty="0" err="1"/>
            <a:t>Có</a:t>
          </a:r>
          <a:r>
            <a:rPr lang="en-US" dirty="0"/>
            <a:t> </a:t>
          </a:r>
          <a:r>
            <a:rPr lang="en-US" dirty="0" err="1"/>
            <a:t>nhiều</a:t>
          </a:r>
          <a:r>
            <a:rPr lang="en-US" dirty="0"/>
            <a:t> animation </a:t>
          </a:r>
          <a:r>
            <a:rPr lang="en-US" dirty="0" err="1"/>
            <a:t>giúp</a:t>
          </a:r>
          <a:r>
            <a:rPr lang="en-US" dirty="0"/>
            <a:t> tang UX</a:t>
          </a:r>
        </a:p>
      </dgm:t>
    </dgm:pt>
    <dgm:pt modelId="{797F7028-0933-4648-B40C-5B9AC3402318}" type="parTrans" cxnId="{EC0A8A5B-700E-4412-ACC6-0B7A1029EE32}">
      <dgm:prSet/>
      <dgm:spPr/>
      <dgm:t>
        <a:bodyPr/>
        <a:lstStyle/>
        <a:p>
          <a:endParaRPr lang="en-US"/>
        </a:p>
      </dgm:t>
    </dgm:pt>
    <dgm:pt modelId="{9AA480B6-AB52-4C51-9D71-13498585D14C}" type="sibTrans" cxnId="{EC0A8A5B-700E-4412-ACC6-0B7A1029EE32}">
      <dgm:prSet/>
      <dgm:spPr/>
      <dgm:t>
        <a:bodyPr/>
        <a:lstStyle/>
        <a:p>
          <a:endParaRPr lang="en-US"/>
        </a:p>
      </dgm:t>
    </dgm:pt>
    <dgm:pt modelId="{9E605177-C90D-495F-9585-B19894556F4B}">
      <dgm:prSet/>
      <dgm:spPr/>
      <dgm:t>
        <a:bodyPr/>
        <a:lstStyle/>
        <a:p>
          <a:r>
            <a:rPr lang="en-US" dirty="0"/>
            <a:t>4. </a:t>
          </a:r>
          <a:r>
            <a:rPr lang="en-US" dirty="0" err="1"/>
            <a:t>Tông</a:t>
          </a:r>
          <a:r>
            <a:rPr lang="en-US" dirty="0"/>
            <a:t> </a:t>
          </a:r>
          <a:r>
            <a:rPr lang="en-US" dirty="0" err="1"/>
            <a:t>màu</a:t>
          </a:r>
          <a:r>
            <a:rPr lang="en-US" dirty="0"/>
            <a:t> </a:t>
          </a:r>
          <a:r>
            <a:rPr lang="en-US" dirty="0" err="1"/>
            <a:t>đơn</a:t>
          </a:r>
          <a:r>
            <a:rPr lang="en-US" dirty="0"/>
            <a:t> </a:t>
          </a:r>
          <a:r>
            <a:rPr lang="en-US" dirty="0" err="1"/>
            <a:t>giản</a:t>
          </a:r>
          <a:endParaRPr lang="en-US" dirty="0"/>
        </a:p>
      </dgm:t>
    </dgm:pt>
    <dgm:pt modelId="{FB2B35C5-3C80-46C5-86FA-4063D6595B1B}" type="parTrans" cxnId="{54A060BC-999C-4131-B61D-B4FD04F73D7B}">
      <dgm:prSet/>
      <dgm:spPr/>
      <dgm:t>
        <a:bodyPr/>
        <a:lstStyle/>
        <a:p>
          <a:endParaRPr lang="en-US"/>
        </a:p>
      </dgm:t>
    </dgm:pt>
    <dgm:pt modelId="{65C73A03-1DA9-4EDF-80EF-91E2D3BD7583}" type="sibTrans" cxnId="{54A060BC-999C-4131-B61D-B4FD04F73D7B}">
      <dgm:prSet/>
      <dgm:spPr/>
      <dgm:t>
        <a:bodyPr/>
        <a:lstStyle/>
        <a:p>
          <a:endParaRPr lang="en-US"/>
        </a:p>
      </dgm:t>
    </dgm:pt>
    <dgm:pt modelId="{777759C0-7DE0-4CCF-AF0D-04A668B37149}" type="pres">
      <dgm:prSet presAssocID="{21276EE4-256A-4E7F-851B-D0FEB349C569}" presName="matrix" presStyleCnt="0">
        <dgm:presLayoutVars>
          <dgm:chMax val="1"/>
          <dgm:dir/>
          <dgm:resizeHandles val="exact"/>
        </dgm:presLayoutVars>
      </dgm:prSet>
      <dgm:spPr/>
    </dgm:pt>
    <dgm:pt modelId="{E5ACD49C-8A67-439A-9678-12137FE8F365}" type="pres">
      <dgm:prSet presAssocID="{21276EE4-256A-4E7F-851B-D0FEB349C569}" presName="diamond" presStyleLbl="bgShp" presStyleIdx="0" presStyleCnt="1"/>
      <dgm:spPr/>
    </dgm:pt>
    <dgm:pt modelId="{D779EB9A-BF11-4892-87AA-BADEE6C12C18}" type="pres">
      <dgm:prSet presAssocID="{21276EE4-256A-4E7F-851B-D0FEB349C56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ADB4CB2-6D9F-4AA4-8B8B-6861A78908FE}" type="pres">
      <dgm:prSet presAssocID="{21276EE4-256A-4E7F-851B-D0FEB349C56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5B04A3C-BC56-4773-AF8C-35571A3057C1}" type="pres">
      <dgm:prSet presAssocID="{21276EE4-256A-4E7F-851B-D0FEB349C56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4E17A30-0A97-47BD-ADD6-02DEAE2858C1}" type="pres">
      <dgm:prSet presAssocID="{21276EE4-256A-4E7F-851B-D0FEB349C56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F32AA17-38AF-44B2-ACE2-12B5E248D1EE}" type="presOf" srcId="{B069E6D4-F287-4948-8575-ACF6AA737875}" destId="{9ADB4CB2-6D9F-4AA4-8B8B-6861A78908FE}" srcOrd="0" destOrd="0" presId="urn:microsoft.com/office/officeart/2005/8/layout/matrix3"/>
    <dgm:cxn modelId="{48CB031F-B9E6-4BD6-AD23-4A37C1C2F4E1}" srcId="{21276EE4-256A-4E7F-851B-D0FEB349C569}" destId="{B069E6D4-F287-4948-8575-ACF6AA737875}" srcOrd="1" destOrd="0" parTransId="{1980CCD9-4BC7-46B9-90EF-8CBC1B937ED3}" sibTransId="{53747036-8C37-49F4-A7A1-6F6C6E1EE4C2}"/>
    <dgm:cxn modelId="{C2C7412D-7EB5-46C3-9317-1E234B57C19C}" type="presOf" srcId="{9E605177-C90D-495F-9585-B19894556F4B}" destId="{44E17A30-0A97-47BD-ADD6-02DEAE2858C1}" srcOrd="0" destOrd="0" presId="urn:microsoft.com/office/officeart/2005/8/layout/matrix3"/>
    <dgm:cxn modelId="{EC0A8A5B-700E-4412-ACC6-0B7A1029EE32}" srcId="{21276EE4-256A-4E7F-851B-D0FEB349C569}" destId="{54E252FE-E2C5-48F5-AD52-4416E6129D04}" srcOrd="2" destOrd="0" parTransId="{797F7028-0933-4648-B40C-5B9AC3402318}" sibTransId="{9AA480B6-AB52-4C51-9D71-13498585D14C}"/>
    <dgm:cxn modelId="{21E1DD5D-0BC8-45B5-8A69-94F34A82BB14}" type="presOf" srcId="{54E252FE-E2C5-48F5-AD52-4416E6129D04}" destId="{75B04A3C-BC56-4773-AF8C-35571A3057C1}" srcOrd="0" destOrd="0" presId="urn:microsoft.com/office/officeart/2005/8/layout/matrix3"/>
    <dgm:cxn modelId="{60098567-0AF6-42FD-B519-0699200A39DE}" type="presOf" srcId="{21276EE4-256A-4E7F-851B-D0FEB349C569}" destId="{777759C0-7DE0-4CCF-AF0D-04A668B37149}" srcOrd="0" destOrd="0" presId="urn:microsoft.com/office/officeart/2005/8/layout/matrix3"/>
    <dgm:cxn modelId="{046EEF74-71DC-4DC2-A74E-03FDB9298535}" srcId="{21276EE4-256A-4E7F-851B-D0FEB349C569}" destId="{228C87B4-B107-4F31-A7DE-7C171D6C100B}" srcOrd="0" destOrd="0" parTransId="{F9E2E9FC-9AD2-4AEC-98A1-514C056988BD}" sibTransId="{D20288F0-A384-41F9-9331-5C40BD6601B1}"/>
    <dgm:cxn modelId="{7FE0309A-F678-49B1-9A8D-05099AC1D72D}" type="presOf" srcId="{228C87B4-B107-4F31-A7DE-7C171D6C100B}" destId="{D779EB9A-BF11-4892-87AA-BADEE6C12C18}" srcOrd="0" destOrd="0" presId="urn:microsoft.com/office/officeart/2005/8/layout/matrix3"/>
    <dgm:cxn modelId="{54A060BC-999C-4131-B61D-B4FD04F73D7B}" srcId="{21276EE4-256A-4E7F-851B-D0FEB349C569}" destId="{9E605177-C90D-495F-9585-B19894556F4B}" srcOrd="3" destOrd="0" parTransId="{FB2B35C5-3C80-46C5-86FA-4063D6595B1B}" sibTransId="{65C73A03-1DA9-4EDF-80EF-91E2D3BD7583}"/>
    <dgm:cxn modelId="{421E521E-D71D-4C8E-9973-1F51E2C50BBF}" type="presParOf" srcId="{777759C0-7DE0-4CCF-AF0D-04A668B37149}" destId="{E5ACD49C-8A67-439A-9678-12137FE8F365}" srcOrd="0" destOrd="0" presId="urn:microsoft.com/office/officeart/2005/8/layout/matrix3"/>
    <dgm:cxn modelId="{43C76497-A11E-4D62-9D26-45F4425A0E23}" type="presParOf" srcId="{777759C0-7DE0-4CCF-AF0D-04A668B37149}" destId="{D779EB9A-BF11-4892-87AA-BADEE6C12C18}" srcOrd="1" destOrd="0" presId="urn:microsoft.com/office/officeart/2005/8/layout/matrix3"/>
    <dgm:cxn modelId="{543F3AA3-979E-4BDB-8212-822513305645}" type="presParOf" srcId="{777759C0-7DE0-4CCF-AF0D-04A668B37149}" destId="{9ADB4CB2-6D9F-4AA4-8B8B-6861A78908FE}" srcOrd="2" destOrd="0" presId="urn:microsoft.com/office/officeart/2005/8/layout/matrix3"/>
    <dgm:cxn modelId="{27A25129-87CD-46D2-B9AF-69929B4DA2AB}" type="presParOf" srcId="{777759C0-7DE0-4CCF-AF0D-04A668B37149}" destId="{75B04A3C-BC56-4773-AF8C-35571A3057C1}" srcOrd="3" destOrd="0" presId="urn:microsoft.com/office/officeart/2005/8/layout/matrix3"/>
    <dgm:cxn modelId="{3CC41A3A-D027-422A-BD12-423AEB9C3D10}" type="presParOf" srcId="{777759C0-7DE0-4CCF-AF0D-04A668B37149}" destId="{44E17A30-0A97-47BD-ADD6-02DEAE2858C1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5B2D913-C464-4007-96B4-F794D9066A3D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72AEB17-4437-46BA-B3CF-B2175BBB7C6A}">
      <dgm:prSet/>
      <dgm:spPr/>
      <dgm:t>
        <a:bodyPr/>
        <a:lstStyle/>
        <a:p>
          <a:r>
            <a:rPr lang="en-US" dirty="0"/>
            <a:t>1. Lưu </a:t>
          </a:r>
          <a:r>
            <a:rPr lang="en-US" dirty="0" err="1"/>
            <a:t>trữ</a:t>
          </a:r>
          <a:r>
            <a:rPr lang="en-US" dirty="0"/>
            <a:t> data ở local</a:t>
          </a:r>
        </a:p>
      </dgm:t>
    </dgm:pt>
    <dgm:pt modelId="{66B205D9-ED65-40D0-83DB-13654DD1870F}" type="parTrans" cxnId="{C2B76995-4396-48B2-8672-675340A75903}">
      <dgm:prSet/>
      <dgm:spPr/>
      <dgm:t>
        <a:bodyPr/>
        <a:lstStyle/>
        <a:p>
          <a:endParaRPr lang="en-US"/>
        </a:p>
      </dgm:t>
    </dgm:pt>
    <dgm:pt modelId="{63FA5294-6676-4AF5-91FF-9E8456DDB84B}" type="sibTrans" cxnId="{C2B76995-4396-48B2-8672-675340A75903}">
      <dgm:prSet/>
      <dgm:spPr/>
      <dgm:t>
        <a:bodyPr/>
        <a:lstStyle/>
        <a:p>
          <a:endParaRPr lang="en-US"/>
        </a:p>
      </dgm:t>
    </dgm:pt>
    <dgm:pt modelId="{C57148D2-6B1C-4963-BA2B-45E10A2C071C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Còn</a:t>
          </a:r>
          <a:r>
            <a:rPr lang="en-US" dirty="0"/>
            <a:t> </a:t>
          </a:r>
          <a:r>
            <a:rPr lang="en-US" dirty="0" err="1"/>
            <a:t>khá</a:t>
          </a:r>
          <a:r>
            <a:rPr lang="en-US" dirty="0"/>
            <a:t> </a:t>
          </a:r>
          <a:r>
            <a:rPr lang="en-US" dirty="0" err="1"/>
            <a:t>nhiều</a:t>
          </a:r>
          <a:r>
            <a:rPr lang="en-US" dirty="0"/>
            <a:t> </a:t>
          </a:r>
          <a:r>
            <a:rPr lang="en-US" dirty="0" err="1"/>
            <a:t>tính</a:t>
          </a:r>
          <a:r>
            <a:rPr lang="en-US" dirty="0"/>
            <a:t> </a:t>
          </a:r>
          <a:r>
            <a:rPr lang="en-US" dirty="0" err="1"/>
            <a:t>năng</a:t>
          </a:r>
          <a:r>
            <a:rPr lang="en-US" dirty="0"/>
            <a:t> </a:t>
          </a:r>
          <a:r>
            <a:rPr lang="en-US" dirty="0" err="1"/>
            <a:t>ẩn</a:t>
          </a:r>
          <a:endParaRPr lang="en-US" dirty="0"/>
        </a:p>
      </dgm:t>
    </dgm:pt>
    <dgm:pt modelId="{180C21BE-410B-4D95-834F-DBD583757216}" type="parTrans" cxnId="{95A5BC35-3AFD-4D60-B8DE-067E2FD270B6}">
      <dgm:prSet/>
      <dgm:spPr/>
      <dgm:t>
        <a:bodyPr/>
        <a:lstStyle/>
        <a:p>
          <a:endParaRPr lang="en-US"/>
        </a:p>
      </dgm:t>
    </dgm:pt>
    <dgm:pt modelId="{98AD5E8E-14B8-4C75-A1CB-58E38FE9D132}" type="sibTrans" cxnId="{95A5BC35-3AFD-4D60-B8DE-067E2FD270B6}">
      <dgm:prSet/>
      <dgm:spPr/>
      <dgm:t>
        <a:bodyPr/>
        <a:lstStyle/>
        <a:p>
          <a:endParaRPr lang="en-US"/>
        </a:p>
      </dgm:t>
    </dgm:pt>
    <dgm:pt modelId="{439C02A7-D827-47DD-9D22-87FD34241E19}" type="pres">
      <dgm:prSet presAssocID="{15B2D913-C464-4007-96B4-F794D9066A3D}" presName="cycle" presStyleCnt="0">
        <dgm:presLayoutVars>
          <dgm:dir/>
          <dgm:resizeHandles val="exact"/>
        </dgm:presLayoutVars>
      </dgm:prSet>
      <dgm:spPr/>
    </dgm:pt>
    <dgm:pt modelId="{8889CFE8-1A8F-4613-99F7-EDBEBD0AB155}" type="pres">
      <dgm:prSet presAssocID="{272AEB17-4437-46BA-B3CF-B2175BBB7C6A}" presName="node" presStyleLbl="node1" presStyleIdx="0" presStyleCnt="2">
        <dgm:presLayoutVars>
          <dgm:bulletEnabled val="1"/>
        </dgm:presLayoutVars>
      </dgm:prSet>
      <dgm:spPr/>
    </dgm:pt>
    <dgm:pt modelId="{70D455B8-7D5C-4D00-B914-5A5204CDC3BA}" type="pres">
      <dgm:prSet presAssocID="{272AEB17-4437-46BA-B3CF-B2175BBB7C6A}" presName="spNode" presStyleCnt="0"/>
      <dgm:spPr/>
    </dgm:pt>
    <dgm:pt modelId="{B18A068B-50CB-41C1-B854-74B73C56AE8E}" type="pres">
      <dgm:prSet presAssocID="{63FA5294-6676-4AF5-91FF-9E8456DDB84B}" presName="sibTrans" presStyleLbl="sibTrans1D1" presStyleIdx="0" presStyleCnt="2"/>
      <dgm:spPr/>
    </dgm:pt>
    <dgm:pt modelId="{46571F34-0E90-4E88-8CEB-549B63FE8389}" type="pres">
      <dgm:prSet presAssocID="{C57148D2-6B1C-4963-BA2B-45E10A2C071C}" presName="node" presStyleLbl="node1" presStyleIdx="1" presStyleCnt="2">
        <dgm:presLayoutVars>
          <dgm:bulletEnabled val="1"/>
        </dgm:presLayoutVars>
      </dgm:prSet>
      <dgm:spPr/>
    </dgm:pt>
    <dgm:pt modelId="{422034D7-B996-4BD2-91F3-39D88AFC36EC}" type="pres">
      <dgm:prSet presAssocID="{C57148D2-6B1C-4963-BA2B-45E10A2C071C}" presName="spNode" presStyleCnt="0"/>
      <dgm:spPr/>
    </dgm:pt>
    <dgm:pt modelId="{BA1D63BA-62B7-4883-8CD4-7DDECBC36AA5}" type="pres">
      <dgm:prSet presAssocID="{98AD5E8E-14B8-4C75-A1CB-58E38FE9D132}" presName="sibTrans" presStyleLbl="sibTrans1D1" presStyleIdx="1" presStyleCnt="2"/>
      <dgm:spPr/>
    </dgm:pt>
  </dgm:ptLst>
  <dgm:cxnLst>
    <dgm:cxn modelId="{95A5BC35-3AFD-4D60-B8DE-067E2FD270B6}" srcId="{15B2D913-C464-4007-96B4-F794D9066A3D}" destId="{C57148D2-6B1C-4963-BA2B-45E10A2C071C}" srcOrd="1" destOrd="0" parTransId="{180C21BE-410B-4D95-834F-DBD583757216}" sibTransId="{98AD5E8E-14B8-4C75-A1CB-58E38FE9D132}"/>
    <dgm:cxn modelId="{57D83E87-DEB5-47C9-9DAD-6074A0151AAE}" type="presOf" srcId="{98AD5E8E-14B8-4C75-A1CB-58E38FE9D132}" destId="{BA1D63BA-62B7-4883-8CD4-7DDECBC36AA5}" srcOrd="0" destOrd="0" presId="urn:microsoft.com/office/officeart/2005/8/layout/cycle6"/>
    <dgm:cxn modelId="{FE6FFD88-A9AC-4531-81E0-7F050F0D42A7}" type="presOf" srcId="{63FA5294-6676-4AF5-91FF-9E8456DDB84B}" destId="{B18A068B-50CB-41C1-B854-74B73C56AE8E}" srcOrd="0" destOrd="0" presId="urn:microsoft.com/office/officeart/2005/8/layout/cycle6"/>
    <dgm:cxn modelId="{C2B76995-4396-48B2-8672-675340A75903}" srcId="{15B2D913-C464-4007-96B4-F794D9066A3D}" destId="{272AEB17-4437-46BA-B3CF-B2175BBB7C6A}" srcOrd="0" destOrd="0" parTransId="{66B205D9-ED65-40D0-83DB-13654DD1870F}" sibTransId="{63FA5294-6676-4AF5-91FF-9E8456DDB84B}"/>
    <dgm:cxn modelId="{200C0D98-C159-4EDE-9FD2-98F3C05CA5C2}" type="presOf" srcId="{C57148D2-6B1C-4963-BA2B-45E10A2C071C}" destId="{46571F34-0E90-4E88-8CEB-549B63FE8389}" srcOrd="0" destOrd="0" presId="urn:microsoft.com/office/officeart/2005/8/layout/cycle6"/>
    <dgm:cxn modelId="{C36B1EC3-8E23-47BF-8A99-C0C78006069A}" type="presOf" srcId="{15B2D913-C464-4007-96B4-F794D9066A3D}" destId="{439C02A7-D827-47DD-9D22-87FD34241E19}" srcOrd="0" destOrd="0" presId="urn:microsoft.com/office/officeart/2005/8/layout/cycle6"/>
    <dgm:cxn modelId="{8897EEF6-5E94-4CB8-95BB-6A5C733E97F3}" type="presOf" srcId="{272AEB17-4437-46BA-B3CF-B2175BBB7C6A}" destId="{8889CFE8-1A8F-4613-99F7-EDBEBD0AB155}" srcOrd="0" destOrd="0" presId="urn:microsoft.com/office/officeart/2005/8/layout/cycle6"/>
    <dgm:cxn modelId="{FEB52226-139A-488A-A659-37A481CA345E}" type="presParOf" srcId="{439C02A7-D827-47DD-9D22-87FD34241E19}" destId="{8889CFE8-1A8F-4613-99F7-EDBEBD0AB155}" srcOrd="0" destOrd="0" presId="urn:microsoft.com/office/officeart/2005/8/layout/cycle6"/>
    <dgm:cxn modelId="{595CF65F-6716-4AF9-9EA6-9D0F855F96B6}" type="presParOf" srcId="{439C02A7-D827-47DD-9D22-87FD34241E19}" destId="{70D455B8-7D5C-4D00-B914-5A5204CDC3BA}" srcOrd="1" destOrd="0" presId="urn:microsoft.com/office/officeart/2005/8/layout/cycle6"/>
    <dgm:cxn modelId="{22631923-EB53-4B08-9EA4-2B95C54C3A4B}" type="presParOf" srcId="{439C02A7-D827-47DD-9D22-87FD34241E19}" destId="{B18A068B-50CB-41C1-B854-74B73C56AE8E}" srcOrd="2" destOrd="0" presId="urn:microsoft.com/office/officeart/2005/8/layout/cycle6"/>
    <dgm:cxn modelId="{8C0CA00C-EF7B-47F0-AD93-1908F4A2D87E}" type="presParOf" srcId="{439C02A7-D827-47DD-9D22-87FD34241E19}" destId="{46571F34-0E90-4E88-8CEB-549B63FE8389}" srcOrd="3" destOrd="0" presId="urn:microsoft.com/office/officeart/2005/8/layout/cycle6"/>
    <dgm:cxn modelId="{C9082141-EA19-4E23-80F2-6A347E22E2FB}" type="presParOf" srcId="{439C02A7-D827-47DD-9D22-87FD34241E19}" destId="{422034D7-B996-4BD2-91F3-39D88AFC36EC}" srcOrd="4" destOrd="0" presId="urn:microsoft.com/office/officeart/2005/8/layout/cycle6"/>
    <dgm:cxn modelId="{42FD7D2E-44E2-43EC-81D0-225FB44D95F7}" type="presParOf" srcId="{439C02A7-D827-47DD-9D22-87FD34241E19}" destId="{BA1D63BA-62B7-4883-8CD4-7DDECBC36AA5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C3461CB-167A-4E14-BA73-39AC4328D76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608100E-1E2F-4118-938F-EED0E3246821}">
      <dgm:prSet/>
      <dgm:spPr/>
      <dgm:t>
        <a:bodyPr/>
        <a:lstStyle/>
        <a:p>
          <a:r>
            <a:rPr lang="en-US" dirty="0"/>
            <a:t>1. Lưu </a:t>
          </a:r>
          <a:r>
            <a:rPr lang="en-US" dirty="0" err="1"/>
            <a:t>trữ</a:t>
          </a:r>
          <a:r>
            <a:rPr lang="en-US" dirty="0"/>
            <a:t> ở </a:t>
          </a:r>
          <a:r>
            <a:rPr lang="en-US" dirty="0" err="1"/>
            <a:t>bên</a:t>
          </a:r>
          <a:r>
            <a:rPr lang="en-US" dirty="0"/>
            <a:t> </a:t>
          </a:r>
          <a:r>
            <a:rPr lang="en-US" dirty="0" err="1"/>
            <a:t>thứ</a:t>
          </a:r>
          <a:r>
            <a:rPr lang="en-US" dirty="0"/>
            <a:t> 3 (firebase)</a:t>
          </a:r>
        </a:p>
      </dgm:t>
    </dgm:pt>
    <dgm:pt modelId="{EC92A96E-42F4-4698-A507-7839249C6E92}" type="parTrans" cxnId="{755DFEAF-B953-4B14-B615-6C891C01C6B7}">
      <dgm:prSet/>
      <dgm:spPr/>
      <dgm:t>
        <a:bodyPr/>
        <a:lstStyle/>
        <a:p>
          <a:endParaRPr lang="en-US"/>
        </a:p>
      </dgm:t>
    </dgm:pt>
    <dgm:pt modelId="{52BCBF6E-9F2A-4DE0-B5A4-AE23C641DDA4}" type="sibTrans" cxnId="{755DFEAF-B953-4B14-B615-6C891C01C6B7}">
      <dgm:prSet/>
      <dgm:spPr/>
      <dgm:t>
        <a:bodyPr/>
        <a:lstStyle/>
        <a:p>
          <a:endParaRPr lang="en-US"/>
        </a:p>
      </dgm:t>
    </dgm:pt>
    <dgm:pt modelId="{743325DE-2C0C-4F7E-A7AB-F83DA8DD6441}">
      <dgm:prSet/>
      <dgm:spPr/>
      <dgm:t>
        <a:bodyPr/>
        <a:lstStyle/>
        <a:p>
          <a:r>
            <a:rPr lang="en-US" dirty="0"/>
            <a:t>2. </a:t>
          </a:r>
          <a:r>
            <a:rPr lang="en-US" dirty="0" err="1"/>
            <a:t>Phát</a:t>
          </a:r>
          <a:r>
            <a:rPr lang="en-US" dirty="0"/>
            <a:t> </a:t>
          </a:r>
          <a:r>
            <a:rPr lang="en-US" dirty="0" err="1"/>
            <a:t>triển</a:t>
          </a:r>
          <a:r>
            <a:rPr lang="en-US" dirty="0"/>
            <a:t> </a:t>
          </a:r>
          <a:r>
            <a:rPr lang="en-US" dirty="0" err="1"/>
            <a:t>tính</a:t>
          </a:r>
          <a:r>
            <a:rPr lang="en-US" dirty="0"/>
            <a:t> </a:t>
          </a:r>
          <a:r>
            <a:rPr lang="en-US" dirty="0" err="1"/>
            <a:t>năng</a:t>
          </a:r>
          <a:r>
            <a:rPr lang="en-US" dirty="0"/>
            <a:t> </a:t>
          </a:r>
          <a:r>
            <a:rPr lang="en-US" dirty="0" err="1"/>
            <a:t>thêm</a:t>
          </a:r>
          <a:r>
            <a:rPr lang="en-US" dirty="0"/>
            <a:t> </a:t>
          </a:r>
          <a:r>
            <a:rPr lang="en-US" dirty="0" err="1"/>
            <a:t>vào</a:t>
          </a:r>
          <a:r>
            <a:rPr lang="en-US" dirty="0"/>
            <a:t> </a:t>
          </a:r>
          <a:r>
            <a:rPr lang="en-US" dirty="0" err="1"/>
            <a:t>giỏ</a:t>
          </a:r>
          <a:r>
            <a:rPr lang="en-US" dirty="0"/>
            <a:t> </a:t>
          </a:r>
          <a:r>
            <a:rPr lang="en-US" dirty="0" err="1"/>
            <a:t>hàng</a:t>
          </a:r>
          <a:endParaRPr lang="en-US" dirty="0"/>
        </a:p>
      </dgm:t>
    </dgm:pt>
    <dgm:pt modelId="{529EC4B3-D5AF-487A-86B9-FAB850E4863E}" type="parTrans" cxnId="{47A1F4DA-55CD-4CBF-B7EA-8526866ABE04}">
      <dgm:prSet/>
      <dgm:spPr/>
      <dgm:t>
        <a:bodyPr/>
        <a:lstStyle/>
        <a:p>
          <a:endParaRPr lang="en-US"/>
        </a:p>
      </dgm:t>
    </dgm:pt>
    <dgm:pt modelId="{FB9CE127-66C6-42A7-A4C7-1B56C3ED2DBA}" type="sibTrans" cxnId="{47A1F4DA-55CD-4CBF-B7EA-8526866ABE04}">
      <dgm:prSet/>
      <dgm:spPr/>
      <dgm:t>
        <a:bodyPr/>
        <a:lstStyle/>
        <a:p>
          <a:endParaRPr lang="en-US"/>
        </a:p>
      </dgm:t>
    </dgm:pt>
    <dgm:pt modelId="{19AA16E0-F972-4F5A-84EA-F643FD5DC3A9}">
      <dgm:prSet/>
      <dgm:spPr/>
      <dgm:t>
        <a:bodyPr/>
        <a:lstStyle/>
        <a:p>
          <a:r>
            <a:rPr lang="en-US" dirty="0"/>
            <a:t>4. </a:t>
          </a:r>
          <a:r>
            <a:rPr lang="en-US" dirty="0" err="1"/>
            <a:t>Thêm</a:t>
          </a:r>
          <a:r>
            <a:rPr lang="en-US" dirty="0"/>
            <a:t> </a:t>
          </a:r>
          <a:r>
            <a:rPr lang="en-US" dirty="0" err="1"/>
            <a:t>tính</a:t>
          </a:r>
          <a:r>
            <a:rPr lang="en-US" dirty="0"/>
            <a:t> </a:t>
          </a:r>
          <a:r>
            <a:rPr lang="en-US" dirty="0" err="1"/>
            <a:t>năng</a:t>
          </a:r>
          <a:r>
            <a:rPr lang="en-US" dirty="0"/>
            <a:t> </a:t>
          </a:r>
          <a:r>
            <a:rPr lang="en-US" dirty="0" err="1"/>
            <a:t>tìm</a:t>
          </a:r>
          <a:r>
            <a:rPr lang="en-US" dirty="0"/>
            <a:t> </a:t>
          </a:r>
          <a:r>
            <a:rPr lang="en-US" dirty="0" err="1"/>
            <a:t>kiếm</a:t>
          </a:r>
          <a:endParaRPr lang="en-US" dirty="0"/>
        </a:p>
      </dgm:t>
    </dgm:pt>
    <dgm:pt modelId="{61DA7C2E-7599-42B3-9F51-1FFB26F4E198}" type="parTrans" cxnId="{47A33B77-30CF-40FB-AE90-B6943A32A482}">
      <dgm:prSet/>
      <dgm:spPr/>
      <dgm:t>
        <a:bodyPr/>
        <a:lstStyle/>
        <a:p>
          <a:endParaRPr lang="en-US"/>
        </a:p>
      </dgm:t>
    </dgm:pt>
    <dgm:pt modelId="{AE5C6B2F-AE6B-4401-9B44-236FE69B82D1}" type="sibTrans" cxnId="{47A33B77-30CF-40FB-AE90-B6943A32A482}">
      <dgm:prSet/>
      <dgm:spPr/>
      <dgm:t>
        <a:bodyPr/>
        <a:lstStyle/>
        <a:p>
          <a:endParaRPr lang="en-US"/>
        </a:p>
      </dgm:t>
    </dgm:pt>
    <dgm:pt modelId="{FA7F236B-244D-4BEF-B3B6-F8386649417F}">
      <dgm:prSet/>
      <dgm:spPr/>
      <dgm:t>
        <a:bodyPr/>
        <a:lstStyle/>
        <a:p>
          <a:r>
            <a:rPr lang="en-US" dirty="0"/>
            <a:t>3. </a:t>
          </a:r>
          <a:r>
            <a:rPr lang="en-US" dirty="0" err="1"/>
            <a:t>Phát</a:t>
          </a:r>
          <a:r>
            <a:rPr lang="en-US" dirty="0"/>
            <a:t> </a:t>
          </a:r>
          <a:r>
            <a:rPr lang="en-US" dirty="0" err="1"/>
            <a:t>triển</a:t>
          </a:r>
          <a:r>
            <a:rPr lang="en-US" dirty="0"/>
            <a:t> </a:t>
          </a:r>
          <a:r>
            <a:rPr lang="en-US" dirty="0" err="1"/>
            <a:t>trang</a:t>
          </a:r>
          <a:r>
            <a:rPr lang="en-US" dirty="0"/>
            <a:t> detail </a:t>
          </a:r>
          <a:r>
            <a:rPr lang="en-US" dirty="0" err="1"/>
            <a:t>cho</a:t>
          </a:r>
          <a:r>
            <a:rPr lang="en-US" dirty="0"/>
            <a:t> </a:t>
          </a:r>
          <a:r>
            <a:rPr lang="en-US" dirty="0" err="1"/>
            <a:t>sản</a:t>
          </a:r>
          <a:r>
            <a:rPr lang="en-US" dirty="0"/>
            <a:t> </a:t>
          </a:r>
          <a:r>
            <a:rPr lang="en-US" dirty="0" err="1"/>
            <a:t>phẩm</a:t>
          </a:r>
          <a:endParaRPr lang="en-US" dirty="0"/>
        </a:p>
      </dgm:t>
    </dgm:pt>
    <dgm:pt modelId="{53325E74-873B-4451-BE32-89E8FE3B60CC}" type="sibTrans" cxnId="{DC2B5FCA-7AE8-4E4C-80ED-9C0197320629}">
      <dgm:prSet/>
      <dgm:spPr/>
      <dgm:t>
        <a:bodyPr/>
        <a:lstStyle/>
        <a:p>
          <a:endParaRPr lang="en-US"/>
        </a:p>
      </dgm:t>
    </dgm:pt>
    <dgm:pt modelId="{58BF316C-CEE7-4F33-B104-2DAA93E240CB}" type="parTrans" cxnId="{DC2B5FCA-7AE8-4E4C-80ED-9C0197320629}">
      <dgm:prSet/>
      <dgm:spPr/>
      <dgm:t>
        <a:bodyPr/>
        <a:lstStyle/>
        <a:p>
          <a:endParaRPr lang="en-US"/>
        </a:p>
      </dgm:t>
    </dgm:pt>
    <dgm:pt modelId="{5EDF1D42-8B9C-4FAB-80D0-38F4F82D498E}" type="pres">
      <dgm:prSet presAssocID="{1C3461CB-167A-4E14-BA73-39AC4328D766}" presName="linear" presStyleCnt="0">
        <dgm:presLayoutVars>
          <dgm:animLvl val="lvl"/>
          <dgm:resizeHandles val="exact"/>
        </dgm:presLayoutVars>
      </dgm:prSet>
      <dgm:spPr/>
    </dgm:pt>
    <dgm:pt modelId="{AC0E5D86-2993-4FB6-AE22-5E03C632A2FA}" type="pres">
      <dgm:prSet presAssocID="{F608100E-1E2F-4118-938F-EED0E3246821}" presName="parentText" presStyleLbl="node1" presStyleIdx="0" presStyleCnt="4" custLinFactNeighborX="591">
        <dgm:presLayoutVars>
          <dgm:chMax val="0"/>
          <dgm:bulletEnabled val="1"/>
        </dgm:presLayoutVars>
      </dgm:prSet>
      <dgm:spPr/>
    </dgm:pt>
    <dgm:pt modelId="{03B5C71D-B81A-4DE5-97E2-BABAF17E99AE}" type="pres">
      <dgm:prSet presAssocID="{52BCBF6E-9F2A-4DE0-B5A4-AE23C641DDA4}" presName="spacer" presStyleCnt="0"/>
      <dgm:spPr/>
    </dgm:pt>
    <dgm:pt modelId="{E0C7470B-54E7-4D6E-A0B5-D420FED4625D}" type="pres">
      <dgm:prSet presAssocID="{743325DE-2C0C-4F7E-A7AB-F83DA8DD644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F270D3E-D1D1-4707-9ADC-480A7B225989}" type="pres">
      <dgm:prSet presAssocID="{FB9CE127-66C6-42A7-A4C7-1B56C3ED2DBA}" presName="spacer" presStyleCnt="0"/>
      <dgm:spPr/>
    </dgm:pt>
    <dgm:pt modelId="{5C48D59D-D799-48EE-A851-3AC4963859E9}" type="pres">
      <dgm:prSet presAssocID="{FA7F236B-244D-4BEF-B3B6-F838664941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2FBAF35-2528-4375-BE0D-BFC347B60DE5}" type="pres">
      <dgm:prSet presAssocID="{53325E74-873B-4451-BE32-89E8FE3B60CC}" presName="spacer" presStyleCnt="0"/>
      <dgm:spPr/>
    </dgm:pt>
    <dgm:pt modelId="{363117D9-90AB-4C31-A5AD-799A5079B9CA}" type="pres">
      <dgm:prSet presAssocID="{19AA16E0-F972-4F5A-84EA-F643FD5DC3A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7CE5A0A-ACF2-4B35-8F0B-D5550AA647B9}" type="presOf" srcId="{1C3461CB-167A-4E14-BA73-39AC4328D766}" destId="{5EDF1D42-8B9C-4FAB-80D0-38F4F82D498E}" srcOrd="0" destOrd="0" presId="urn:microsoft.com/office/officeart/2005/8/layout/vList2"/>
    <dgm:cxn modelId="{B1AB1F1C-5F24-4A0E-A005-FA266FC8725B}" type="presOf" srcId="{FA7F236B-244D-4BEF-B3B6-F8386649417F}" destId="{5C48D59D-D799-48EE-A851-3AC4963859E9}" srcOrd="0" destOrd="0" presId="urn:microsoft.com/office/officeart/2005/8/layout/vList2"/>
    <dgm:cxn modelId="{47A33B77-30CF-40FB-AE90-B6943A32A482}" srcId="{1C3461CB-167A-4E14-BA73-39AC4328D766}" destId="{19AA16E0-F972-4F5A-84EA-F643FD5DC3A9}" srcOrd="3" destOrd="0" parTransId="{61DA7C2E-7599-42B3-9F51-1FFB26F4E198}" sibTransId="{AE5C6B2F-AE6B-4401-9B44-236FE69B82D1}"/>
    <dgm:cxn modelId="{2B8B4478-F975-444F-83CF-7B3318A4AEE0}" type="presOf" srcId="{743325DE-2C0C-4F7E-A7AB-F83DA8DD6441}" destId="{E0C7470B-54E7-4D6E-A0B5-D420FED4625D}" srcOrd="0" destOrd="0" presId="urn:microsoft.com/office/officeart/2005/8/layout/vList2"/>
    <dgm:cxn modelId="{755DFEAF-B953-4B14-B615-6C891C01C6B7}" srcId="{1C3461CB-167A-4E14-BA73-39AC4328D766}" destId="{F608100E-1E2F-4118-938F-EED0E3246821}" srcOrd="0" destOrd="0" parTransId="{EC92A96E-42F4-4698-A507-7839249C6E92}" sibTransId="{52BCBF6E-9F2A-4DE0-B5A4-AE23C641DDA4}"/>
    <dgm:cxn modelId="{DC2B5FCA-7AE8-4E4C-80ED-9C0197320629}" srcId="{1C3461CB-167A-4E14-BA73-39AC4328D766}" destId="{FA7F236B-244D-4BEF-B3B6-F8386649417F}" srcOrd="2" destOrd="0" parTransId="{58BF316C-CEE7-4F33-B104-2DAA93E240CB}" sibTransId="{53325E74-873B-4451-BE32-89E8FE3B60CC}"/>
    <dgm:cxn modelId="{48CE10D9-A0B3-47AB-94F2-9DAA88888E6A}" type="presOf" srcId="{19AA16E0-F972-4F5A-84EA-F643FD5DC3A9}" destId="{363117D9-90AB-4C31-A5AD-799A5079B9CA}" srcOrd="0" destOrd="0" presId="urn:microsoft.com/office/officeart/2005/8/layout/vList2"/>
    <dgm:cxn modelId="{47A1F4DA-55CD-4CBF-B7EA-8526866ABE04}" srcId="{1C3461CB-167A-4E14-BA73-39AC4328D766}" destId="{743325DE-2C0C-4F7E-A7AB-F83DA8DD6441}" srcOrd="1" destOrd="0" parTransId="{529EC4B3-D5AF-487A-86B9-FAB850E4863E}" sibTransId="{FB9CE127-66C6-42A7-A4C7-1B56C3ED2DBA}"/>
    <dgm:cxn modelId="{510969F9-B402-42DE-9784-F203125FFF31}" type="presOf" srcId="{F608100E-1E2F-4118-938F-EED0E3246821}" destId="{AC0E5D86-2993-4FB6-AE22-5E03C632A2FA}" srcOrd="0" destOrd="0" presId="urn:microsoft.com/office/officeart/2005/8/layout/vList2"/>
    <dgm:cxn modelId="{9D414CBB-B758-454F-8DA9-EA11A8D847B2}" type="presParOf" srcId="{5EDF1D42-8B9C-4FAB-80D0-38F4F82D498E}" destId="{AC0E5D86-2993-4FB6-AE22-5E03C632A2FA}" srcOrd="0" destOrd="0" presId="urn:microsoft.com/office/officeart/2005/8/layout/vList2"/>
    <dgm:cxn modelId="{FCE68563-A176-46EB-9EB6-3D0EBC86E69F}" type="presParOf" srcId="{5EDF1D42-8B9C-4FAB-80D0-38F4F82D498E}" destId="{03B5C71D-B81A-4DE5-97E2-BABAF17E99AE}" srcOrd="1" destOrd="0" presId="urn:microsoft.com/office/officeart/2005/8/layout/vList2"/>
    <dgm:cxn modelId="{7968ECDB-572D-43E4-BA4A-AB419F5D4CDB}" type="presParOf" srcId="{5EDF1D42-8B9C-4FAB-80D0-38F4F82D498E}" destId="{E0C7470B-54E7-4D6E-A0B5-D420FED4625D}" srcOrd="2" destOrd="0" presId="urn:microsoft.com/office/officeart/2005/8/layout/vList2"/>
    <dgm:cxn modelId="{EA6F333C-7C09-4263-BD74-CBC149D3E96E}" type="presParOf" srcId="{5EDF1D42-8B9C-4FAB-80D0-38F4F82D498E}" destId="{FF270D3E-D1D1-4707-9ADC-480A7B225989}" srcOrd="3" destOrd="0" presId="urn:microsoft.com/office/officeart/2005/8/layout/vList2"/>
    <dgm:cxn modelId="{62F39B47-E7A4-4FC8-A2D9-5AF5BB7131B0}" type="presParOf" srcId="{5EDF1D42-8B9C-4FAB-80D0-38F4F82D498E}" destId="{5C48D59D-D799-48EE-A851-3AC4963859E9}" srcOrd="4" destOrd="0" presId="urn:microsoft.com/office/officeart/2005/8/layout/vList2"/>
    <dgm:cxn modelId="{4D543F9B-BDFA-463B-AEA3-4CF794A33494}" type="presParOf" srcId="{5EDF1D42-8B9C-4FAB-80D0-38F4F82D498E}" destId="{A2FBAF35-2528-4375-BE0D-BFC347B60DE5}" srcOrd="5" destOrd="0" presId="urn:microsoft.com/office/officeart/2005/8/layout/vList2"/>
    <dgm:cxn modelId="{2711A748-02D8-4B60-ABF6-192B07CC3A64}" type="presParOf" srcId="{5EDF1D42-8B9C-4FAB-80D0-38F4F82D498E}" destId="{363117D9-90AB-4C31-A5AD-799A5079B9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00E65-C7C2-456F-A2F2-E7962F8E92BA}">
      <dsp:nvSpPr>
        <dsp:cNvPr id="0" name=""/>
        <dsp:cNvSpPr/>
      </dsp:nvSpPr>
      <dsp:spPr>
        <a:xfrm>
          <a:off x="0" y="0"/>
          <a:ext cx="5320997" cy="9092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1. Trình bày ý tưởng</a:t>
          </a:r>
        </a:p>
      </dsp:txBody>
      <dsp:txXfrm>
        <a:off x="26631" y="26631"/>
        <a:ext cx="4233456" cy="855994"/>
      </dsp:txXfrm>
    </dsp:sp>
    <dsp:sp modelId="{A96C49C5-2D7A-4BDC-9BFF-6547E12C8EAF}">
      <dsp:nvSpPr>
        <dsp:cNvPr id="0" name=""/>
        <dsp:cNvSpPr/>
      </dsp:nvSpPr>
      <dsp:spPr>
        <a:xfrm>
          <a:off x="397347" y="1035542"/>
          <a:ext cx="5320997" cy="909256"/>
        </a:xfrm>
        <a:prstGeom prst="roundRect">
          <a:avLst>
            <a:gd name="adj" fmla="val 10000"/>
          </a:avLst>
        </a:prstGeom>
        <a:solidFill>
          <a:schemeClr val="accent2">
            <a:hueOff val="-332956"/>
            <a:satOff val="-147"/>
            <a:lumOff val="39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2. </a:t>
          </a:r>
          <a:r>
            <a:rPr lang="en-US" sz="2600" kern="1200" dirty="0" err="1"/>
            <a:t>Tổng</a:t>
          </a:r>
          <a:r>
            <a:rPr lang="en-US" sz="2600" kern="1200" dirty="0"/>
            <a:t> </a:t>
          </a:r>
          <a:r>
            <a:rPr lang="en-US" sz="2600" kern="1200" dirty="0" err="1"/>
            <a:t>quan</a:t>
          </a:r>
          <a:r>
            <a:rPr lang="en-US" sz="2600" kern="1200" dirty="0"/>
            <a:t> </a:t>
          </a:r>
          <a:r>
            <a:rPr lang="en-US" sz="2600" kern="1200" dirty="0" err="1"/>
            <a:t>về</a:t>
          </a:r>
          <a:r>
            <a:rPr lang="en-US" sz="2600" kern="1200" dirty="0"/>
            <a:t> </a:t>
          </a:r>
          <a:r>
            <a:rPr lang="en-US" sz="2600" kern="1200" dirty="0" err="1"/>
            <a:t>ứng</a:t>
          </a:r>
          <a:r>
            <a:rPr lang="en-US" sz="2600" kern="1200" dirty="0"/>
            <a:t> </a:t>
          </a:r>
          <a:r>
            <a:rPr lang="en-US" sz="2600" kern="1200" dirty="0" err="1"/>
            <a:t>dụng</a:t>
          </a:r>
          <a:endParaRPr lang="en-US" sz="2600" kern="1200" dirty="0"/>
        </a:p>
      </dsp:txBody>
      <dsp:txXfrm>
        <a:off x="423978" y="1062173"/>
        <a:ext cx="4279372" cy="855994"/>
      </dsp:txXfrm>
    </dsp:sp>
    <dsp:sp modelId="{48910E50-0256-4239-86E7-E67C4C24156F}">
      <dsp:nvSpPr>
        <dsp:cNvPr id="0" name=""/>
        <dsp:cNvSpPr/>
      </dsp:nvSpPr>
      <dsp:spPr>
        <a:xfrm>
          <a:off x="794694" y="2071084"/>
          <a:ext cx="5320997" cy="909256"/>
        </a:xfrm>
        <a:prstGeom prst="roundRect">
          <a:avLst>
            <a:gd name="adj" fmla="val 10000"/>
          </a:avLst>
        </a:prstGeom>
        <a:solidFill>
          <a:schemeClr val="accent2">
            <a:hueOff val="-665912"/>
            <a:satOff val="-293"/>
            <a:lumOff val="7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3. </a:t>
          </a:r>
          <a:r>
            <a:rPr lang="en-US" sz="2600" kern="1200" dirty="0" err="1"/>
            <a:t>Điểm</a:t>
          </a:r>
          <a:r>
            <a:rPr lang="en-US" sz="2600" kern="1200" dirty="0"/>
            <a:t> </a:t>
          </a:r>
          <a:r>
            <a:rPr lang="en-US" sz="2600" kern="1200" dirty="0" err="1"/>
            <a:t>nổi</a:t>
          </a:r>
          <a:r>
            <a:rPr lang="en-US" sz="2600" kern="1200" dirty="0"/>
            <a:t> </a:t>
          </a:r>
          <a:r>
            <a:rPr lang="en-US" sz="2600" kern="1200" dirty="0" err="1"/>
            <a:t>trội</a:t>
          </a:r>
          <a:r>
            <a:rPr lang="en-US" sz="2600" kern="1200" dirty="0"/>
            <a:t>/ </a:t>
          </a:r>
          <a:r>
            <a:rPr lang="en-US" sz="2600" kern="1200" dirty="0" err="1"/>
            <a:t>nhược</a:t>
          </a:r>
          <a:r>
            <a:rPr lang="en-US" sz="2600" kern="1200" dirty="0"/>
            <a:t> </a:t>
          </a:r>
          <a:r>
            <a:rPr lang="en-US" sz="2600" kern="1200" dirty="0" err="1"/>
            <a:t>điểm</a:t>
          </a:r>
          <a:endParaRPr lang="en-US" sz="2600" kern="1200" dirty="0"/>
        </a:p>
      </dsp:txBody>
      <dsp:txXfrm>
        <a:off x="821325" y="2097715"/>
        <a:ext cx="4279372" cy="855994"/>
      </dsp:txXfrm>
    </dsp:sp>
    <dsp:sp modelId="{9D42BA61-82F3-4E5F-A612-E391C4FBD6E0}">
      <dsp:nvSpPr>
        <dsp:cNvPr id="0" name=""/>
        <dsp:cNvSpPr/>
      </dsp:nvSpPr>
      <dsp:spPr>
        <a:xfrm>
          <a:off x="1192041" y="3106626"/>
          <a:ext cx="5320997" cy="909256"/>
        </a:xfrm>
        <a:prstGeom prst="roundRect">
          <a:avLst>
            <a:gd name="adj" fmla="val 10000"/>
          </a:avLst>
        </a:prstGeom>
        <a:solidFill>
          <a:schemeClr val="accent2">
            <a:hueOff val="-998868"/>
            <a:satOff val="-440"/>
            <a:lumOff val="11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4. Hướng phát triển</a:t>
          </a:r>
        </a:p>
      </dsp:txBody>
      <dsp:txXfrm>
        <a:off x="1218672" y="3133257"/>
        <a:ext cx="4279372" cy="855994"/>
      </dsp:txXfrm>
    </dsp:sp>
    <dsp:sp modelId="{A0210610-7BFD-4AE0-AB2A-6851B0A16A83}">
      <dsp:nvSpPr>
        <dsp:cNvPr id="0" name=""/>
        <dsp:cNvSpPr/>
      </dsp:nvSpPr>
      <dsp:spPr>
        <a:xfrm>
          <a:off x="1589389" y="4142168"/>
          <a:ext cx="5320997" cy="909256"/>
        </a:xfrm>
        <a:prstGeom prst="roundRect">
          <a:avLst>
            <a:gd name="adj" fmla="val 10000"/>
          </a:avLst>
        </a:prstGeom>
        <a:solidFill>
          <a:schemeClr val="accent2">
            <a:hueOff val="-1331824"/>
            <a:satOff val="-586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5. </a:t>
          </a:r>
          <a:r>
            <a:rPr lang="en-US" sz="2600" kern="1200" dirty="0" err="1"/>
            <a:t>Trả</a:t>
          </a:r>
          <a:r>
            <a:rPr lang="en-US" sz="2600" kern="1200" dirty="0"/>
            <a:t> </a:t>
          </a:r>
          <a:r>
            <a:rPr lang="en-US" sz="2600" kern="1200" dirty="0" err="1"/>
            <a:t>lời</a:t>
          </a:r>
          <a:r>
            <a:rPr lang="en-US" sz="2600" kern="1200" dirty="0"/>
            <a:t> </a:t>
          </a:r>
          <a:r>
            <a:rPr lang="en-US" sz="2600" kern="1200" dirty="0" err="1"/>
            <a:t>câu</a:t>
          </a:r>
          <a:r>
            <a:rPr lang="en-US" sz="2600" kern="1200" dirty="0"/>
            <a:t> </a:t>
          </a:r>
          <a:r>
            <a:rPr lang="en-US" sz="2600" kern="1200" dirty="0" err="1"/>
            <a:t>hỏi</a:t>
          </a:r>
          <a:endParaRPr lang="en-US" sz="2600" kern="1200" dirty="0"/>
        </a:p>
      </dsp:txBody>
      <dsp:txXfrm>
        <a:off x="1616020" y="4168799"/>
        <a:ext cx="4279372" cy="855994"/>
      </dsp:txXfrm>
    </dsp:sp>
    <dsp:sp modelId="{BAF4AA01-E605-4BD3-981D-9E5959586F20}">
      <dsp:nvSpPr>
        <dsp:cNvPr id="0" name=""/>
        <dsp:cNvSpPr/>
      </dsp:nvSpPr>
      <dsp:spPr>
        <a:xfrm>
          <a:off x="4729981" y="664262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4862960" y="664262"/>
        <a:ext cx="325058" cy="444740"/>
      </dsp:txXfrm>
    </dsp:sp>
    <dsp:sp modelId="{BBA30F0C-9F97-4D77-AD63-2DE39110AABD}">
      <dsp:nvSpPr>
        <dsp:cNvPr id="0" name=""/>
        <dsp:cNvSpPr/>
      </dsp:nvSpPr>
      <dsp:spPr>
        <a:xfrm>
          <a:off x="5127328" y="1699804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619280"/>
            <a:satOff val="1307"/>
            <a:lumOff val="135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619280"/>
              <a:satOff val="1307"/>
              <a:lumOff val="1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260307" y="1699804"/>
        <a:ext cx="325058" cy="444740"/>
      </dsp:txXfrm>
    </dsp:sp>
    <dsp:sp modelId="{39EEA88A-EFFA-428F-A657-0FAD54558815}">
      <dsp:nvSpPr>
        <dsp:cNvPr id="0" name=""/>
        <dsp:cNvSpPr/>
      </dsp:nvSpPr>
      <dsp:spPr>
        <a:xfrm>
          <a:off x="5524675" y="2720192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238560"/>
            <a:satOff val="2615"/>
            <a:lumOff val="26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238560"/>
              <a:satOff val="2615"/>
              <a:lumOff val="2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657654" y="2720192"/>
        <a:ext cx="325058" cy="444740"/>
      </dsp:txXfrm>
    </dsp:sp>
    <dsp:sp modelId="{B84C69C0-11E7-423B-9C12-89DE1C8FC25B}">
      <dsp:nvSpPr>
        <dsp:cNvPr id="0" name=""/>
        <dsp:cNvSpPr/>
      </dsp:nvSpPr>
      <dsp:spPr>
        <a:xfrm>
          <a:off x="5922023" y="3765837"/>
          <a:ext cx="591016" cy="591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857840"/>
            <a:satOff val="3922"/>
            <a:lumOff val="404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-1857840"/>
              <a:satOff val="3922"/>
              <a:lumOff val="40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055002" y="3765837"/>
        <a:ext cx="325058" cy="4447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CD49C-8A67-439A-9678-12137FE8F365}">
      <dsp:nvSpPr>
        <dsp:cNvPr id="0" name=""/>
        <dsp:cNvSpPr/>
      </dsp:nvSpPr>
      <dsp:spPr>
        <a:xfrm>
          <a:off x="573881" y="0"/>
          <a:ext cx="5649912" cy="564991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79EB9A-BF11-4892-87AA-BADEE6C12C18}">
      <dsp:nvSpPr>
        <dsp:cNvPr id="0" name=""/>
        <dsp:cNvSpPr/>
      </dsp:nvSpPr>
      <dsp:spPr>
        <a:xfrm>
          <a:off x="1110623" y="536741"/>
          <a:ext cx="2203465" cy="22034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1. </a:t>
          </a:r>
          <a:r>
            <a:rPr lang="en-US" sz="2900" kern="1200" dirty="0" err="1"/>
            <a:t>Bố</a:t>
          </a:r>
          <a:r>
            <a:rPr lang="en-US" sz="2900" kern="1200" dirty="0"/>
            <a:t> </a:t>
          </a:r>
          <a:r>
            <a:rPr lang="en-US" sz="2900" kern="1200" dirty="0" err="1"/>
            <a:t>cục</a:t>
          </a:r>
          <a:r>
            <a:rPr lang="en-US" sz="2900" kern="1200" dirty="0"/>
            <a:t> </a:t>
          </a:r>
          <a:r>
            <a:rPr lang="en-US" sz="2900" kern="1200" dirty="0" err="1"/>
            <a:t>phân</a:t>
          </a:r>
          <a:r>
            <a:rPr lang="en-US" sz="2900" kern="1200" dirty="0"/>
            <a:t> </a:t>
          </a:r>
          <a:r>
            <a:rPr lang="en-US" sz="2900" kern="1200" dirty="0" err="1"/>
            <a:t>bổ</a:t>
          </a:r>
          <a:r>
            <a:rPr lang="en-US" sz="2900" kern="1200" dirty="0"/>
            <a:t> </a:t>
          </a:r>
          <a:r>
            <a:rPr lang="en-US" sz="2900" kern="1200" dirty="0" err="1"/>
            <a:t>rõ</a:t>
          </a:r>
          <a:r>
            <a:rPr lang="en-US" sz="2900" kern="1200" dirty="0"/>
            <a:t> </a:t>
          </a:r>
          <a:r>
            <a:rPr lang="en-US" sz="2900" kern="1200" dirty="0" err="1"/>
            <a:t>ràng</a:t>
          </a:r>
          <a:endParaRPr lang="en-US" sz="2900" kern="1200" dirty="0"/>
        </a:p>
      </dsp:txBody>
      <dsp:txXfrm>
        <a:off x="1218187" y="644305"/>
        <a:ext cx="1988337" cy="1988337"/>
      </dsp:txXfrm>
    </dsp:sp>
    <dsp:sp modelId="{9ADB4CB2-6D9F-4AA4-8B8B-6861A78908FE}">
      <dsp:nvSpPr>
        <dsp:cNvPr id="0" name=""/>
        <dsp:cNvSpPr/>
      </dsp:nvSpPr>
      <dsp:spPr>
        <a:xfrm>
          <a:off x="3483586" y="536741"/>
          <a:ext cx="2203465" cy="220346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2. </a:t>
          </a:r>
          <a:r>
            <a:rPr lang="en-US" sz="2900" kern="1200" dirty="0" err="1"/>
            <a:t>Có</a:t>
          </a:r>
          <a:r>
            <a:rPr lang="en-US" sz="2900" kern="1200" dirty="0"/>
            <a:t> </a:t>
          </a:r>
          <a:r>
            <a:rPr lang="en-US" sz="2900" kern="1200" dirty="0" err="1"/>
            <a:t>đăng</a:t>
          </a:r>
          <a:r>
            <a:rPr lang="en-US" sz="2900" kern="1200" dirty="0"/>
            <a:t> </a:t>
          </a:r>
          <a:r>
            <a:rPr lang="en-US" sz="2900" kern="1200" dirty="0" err="1"/>
            <a:t>ký</a:t>
          </a:r>
          <a:r>
            <a:rPr lang="en-US" sz="2900" kern="1200" dirty="0"/>
            <a:t>/ </a:t>
          </a:r>
          <a:r>
            <a:rPr lang="en-US" sz="2900" kern="1200" dirty="0" err="1"/>
            <a:t>đăng</a:t>
          </a:r>
          <a:r>
            <a:rPr lang="en-US" sz="2900" kern="1200" dirty="0"/>
            <a:t> </a:t>
          </a:r>
          <a:r>
            <a:rPr lang="en-US" sz="2900" kern="1200" dirty="0" err="1"/>
            <a:t>nhập</a:t>
          </a:r>
          <a:endParaRPr lang="en-US" sz="2900" kern="1200" dirty="0"/>
        </a:p>
      </dsp:txBody>
      <dsp:txXfrm>
        <a:off x="3591150" y="644305"/>
        <a:ext cx="1988337" cy="1988337"/>
      </dsp:txXfrm>
    </dsp:sp>
    <dsp:sp modelId="{75B04A3C-BC56-4773-AF8C-35571A3057C1}">
      <dsp:nvSpPr>
        <dsp:cNvPr id="0" name=""/>
        <dsp:cNvSpPr/>
      </dsp:nvSpPr>
      <dsp:spPr>
        <a:xfrm>
          <a:off x="1110623" y="2909704"/>
          <a:ext cx="2203465" cy="220346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3. </a:t>
          </a:r>
          <a:r>
            <a:rPr lang="en-US" sz="2900" kern="1200" dirty="0" err="1"/>
            <a:t>Có</a:t>
          </a:r>
          <a:r>
            <a:rPr lang="en-US" sz="2900" kern="1200" dirty="0"/>
            <a:t> </a:t>
          </a:r>
          <a:r>
            <a:rPr lang="en-US" sz="2900" kern="1200" dirty="0" err="1"/>
            <a:t>nhiều</a:t>
          </a:r>
          <a:r>
            <a:rPr lang="en-US" sz="2900" kern="1200" dirty="0"/>
            <a:t> animation </a:t>
          </a:r>
          <a:r>
            <a:rPr lang="en-US" sz="2900" kern="1200" dirty="0" err="1"/>
            <a:t>giúp</a:t>
          </a:r>
          <a:r>
            <a:rPr lang="en-US" sz="2900" kern="1200" dirty="0"/>
            <a:t> tang UX</a:t>
          </a:r>
        </a:p>
      </dsp:txBody>
      <dsp:txXfrm>
        <a:off x="1218187" y="3017268"/>
        <a:ext cx="1988337" cy="1988337"/>
      </dsp:txXfrm>
    </dsp:sp>
    <dsp:sp modelId="{44E17A30-0A97-47BD-ADD6-02DEAE2858C1}">
      <dsp:nvSpPr>
        <dsp:cNvPr id="0" name=""/>
        <dsp:cNvSpPr/>
      </dsp:nvSpPr>
      <dsp:spPr>
        <a:xfrm>
          <a:off x="3483586" y="2909704"/>
          <a:ext cx="2203465" cy="220346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4. </a:t>
          </a:r>
          <a:r>
            <a:rPr lang="en-US" sz="2900" kern="1200" dirty="0" err="1"/>
            <a:t>Tông</a:t>
          </a:r>
          <a:r>
            <a:rPr lang="en-US" sz="2900" kern="1200" dirty="0"/>
            <a:t> </a:t>
          </a:r>
          <a:r>
            <a:rPr lang="en-US" sz="2900" kern="1200" dirty="0" err="1"/>
            <a:t>màu</a:t>
          </a:r>
          <a:r>
            <a:rPr lang="en-US" sz="2900" kern="1200" dirty="0"/>
            <a:t> </a:t>
          </a:r>
          <a:r>
            <a:rPr lang="en-US" sz="2900" kern="1200" dirty="0" err="1"/>
            <a:t>đơn</a:t>
          </a:r>
          <a:r>
            <a:rPr lang="en-US" sz="2900" kern="1200" dirty="0"/>
            <a:t> </a:t>
          </a:r>
          <a:r>
            <a:rPr lang="en-US" sz="2900" kern="1200" dirty="0" err="1"/>
            <a:t>giản</a:t>
          </a:r>
          <a:endParaRPr lang="en-US" sz="2900" kern="1200" dirty="0"/>
        </a:p>
      </dsp:txBody>
      <dsp:txXfrm>
        <a:off x="3591150" y="3017268"/>
        <a:ext cx="1988337" cy="19883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89CFE8-1A8F-4613-99F7-EDBEBD0AB155}">
      <dsp:nvSpPr>
        <dsp:cNvPr id="0" name=""/>
        <dsp:cNvSpPr/>
      </dsp:nvSpPr>
      <dsp:spPr>
        <a:xfrm>
          <a:off x="503" y="1457605"/>
          <a:ext cx="3286482" cy="21362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1. Lưu </a:t>
          </a:r>
          <a:r>
            <a:rPr lang="en-US" sz="3900" kern="1200" dirty="0" err="1"/>
            <a:t>trữ</a:t>
          </a:r>
          <a:r>
            <a:rPr lang="en-US" sz="3900" kern="1200" dirty="0"/>
            <a:t> data ở local</a:t>
          </a:r>
        </a:p>
      </dsp:txBody>
      <dsp:txXfrm>
        <a:off x="104784" y="1561886"/>
        <a:ext cx="3077920" cy="1927651"/>
      </dsp:txXfrm>
    </dsp:sp>
    <dsp:sp modelId="{B18A068B-50CB-41C1-B854-74B73C56AE8E}">
      <dsp:nvSpPr>
        <dsp:cNvPr id="0" name=""/>
        <dsp:cNvSpPr/>
      </dsp:nvSpPr>
      <dsp:spPr>
        <a:xfrm>
          <a:off x="1643745" y="714264"/>
          <a:ext cx="3622896" cy="3622896"/>
        </a:xfrm>
        <a:custGeom>
          <a:avLst/>
          <a:gdLst/>
          <a:ahLst/>
          <a:cxnLst/>
          <a:rect l="0" t="0" r="0" b="0"/>
          <a:pathLst>
            <a:path>
              <a:moveTo>
                <a:pt x="365849" y="719848"/>
              </a:moveTo>
              <a:arcTo wR="1811448" hR="1811448" stAng="13023430" swAng="635314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571F34-0E90-4E88-8CEB-549B63FE8389}">
      <dsp:nvSpPr>
        <dsp:cNvPr id="0" name=""/>
        <dsp:cNvSpPr/>
      </dsp:nvSpPr>
      <dsp:spPr>
        <a:xfrm>
          <a:off x="3623400" y="1457605"/>
          <a:ext cx="3286482" cy="21362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2. </a:t>
          </a:r>
          <a:r>
            <a:rPr lang="en-US" sz="3900" kern="1200" dirty="0" err="1"/>
            <a:t>Còn</a:t>
          </a:r>
          <a:r>
            <a:rPr lang="en-US" sz="3900" kern="1200" dirty="0"/>
            <a:t> </a:t>
          </a:r>
          <a:r>
            <a:rPr lang="en-US" sz="3900" kern="1200" dirty="0" err="1"/>
            <a:t>khá</a:t>
          </a:r>
          <a:r>
            <a:rPr lang="en-US" sz="3900" kern="1200" dirty="0"/>
            <a:t> </a:t>
          </a:r>
          <a:r>
            <a:rPr lang="en-US" sz="3900" kern="1200" dirty="0" err="1"/>
            <a:t>nhiều</a:t>
          </a:r>
          <a:r>
            <a:rPr lang="en-US" sz="3900" kern="1200" dirty="0"/>
            <a:t> </a:t>
          </a:r>
          <a:r>
            <a:rPr lang="en-US" sz="3900" kern="1200" dirty="0" err="1"/>
            <a:t>tính</a:t>
          </a:r>
          <a:r>
            <a:rPr lang="en-US" sz="3900" kern="1200" dirty="0"/>
            <a:t> </a:t>
          </a:r>
          <a:r>
            <a:rPr lang="en-US" sz="3900" kern="1200" dirty="0" err="1"/>
            <a:t>năng</a:t>
          </a:r>
          <a:r>
            <a:rPr lang="en-US" sz="3900" kern="1200" dirty="0"/>
            <a:t> </a:t>
          </a:r>
          <a:r>
            <a:rPr lang="en-US" sz="3900" kern="1200" dirty="0" err="1"/>
            <a:t>ẩn</a:t>
          </a:r>
          <a:endParaRPr lang="en-US" sz="3900" kern="1200" dirty="0"/>
        </a:p>
      </dsp:txBody>
      <dsp:txXfrm>
        <a:off x="3727681" y="1561886"/>
        <a:ext cx="3077920" cy="1927651"/>
      </dsp:txXfrm>
    </dsp:sp>
    <dsp:sp modelId="{BA1D63BA-62B7-4883-8CD4-7DDECBC36AA5}">
      <dsp:nvSpPr>
        <dsp:cNvPr id="0" name=""/>
        <dsp:cNvSpPr/>
      </dsp:nvSpPr>
      <dsp:spPr>
        <a:xfrm>
          <a:off x="1643745" y="714264"/>
          <a:ext cx="3622896" cy="3622896"/>
        </a:xfrm>
        <a:custGeom>
          <a:avLst/>
          <a:gdLst/>
          <a:ahLst/>
          <a:cxnLst/>
          <a:rect l="0" t="0" r="0" b="0"/>
          <a:pathLst>
            <a:path>
              <a:moveTo>
                <a:pt x="3257046" y="2903047"/>
              </a:moveTo>
              <a:arcTo wR="1811448" hR="1811448" stAng="2223430" swAng="6353141"/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0E5D86-2993-4FB6-AE22-5E03C632A2FA}">
      <dsp:nvSpPr>
        <dsp:cNvPr id="0" name=""/>
        <dsp:cNvSpPr/>
      </dsp:nvSpPr>
      <dsp:spPr>
        <a:xfrm>
          <a:off x="0" y="29617"/>
          <a:ext cx="6797675" cy="13263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1. Lưu </a:t>
          </a:r>
          <a:r>
            <a:rPr lang="en-US" sz="3300" kern="1200" dirty="0" err="1"/>
            <a:t>trữ</a:t>
          </a:r>
          <a:r>
            <a:rPr lang="en-US" sz="3300" kern="1200" dirty="0"/>
            <a:t> ở </a:t>
          </a:r>
          <a:r>
            <a:rPr lang="en-US" sz="3300" kern="1200" dirty="0" err="1"/>
            <a:t>bên</a:t>
          </a:r>
          <a:r>
            <a:rPr lang="en-US" sz="3300" kern="1200" dirty="0"/>
            <a:t> </a:t>
          </a:r>
          <a:r>
            <a:rPr lang="en-US" sz="3300" kern="1200" dirty="0" err="1"/>
            <a:t>thứ</a:t>
          </a:r>
          <a:r>
            <a:rPr lang="en-US" sz="3300" kern="1200" dirty="0"/>
            <a:t> 3 (firebase)</a:t>
          </a:r>
        </a:p>
      </dsp:txBody>
      <dsp:txXfrm>
        <a:off x="64749" y="94366"/>
        <a:ext cx="6668177" cy="1196891"/>
      </dsp:txXfrm>
    </dsp:sp>
    <dsp:sp modelId="{E0C7470B-54E7-4D6E-A0B5-D420FED4625D}">
      <dsp:nvSpPr>
        <dsp:cNvPr id="0" name=""/>
        <dsp:cNvSpPr/>
      </dsp:nvSpPr>
      <dsp:spPr>
        <a:xfrm>
          <a:off x="0" y="1451046"/>
          <a:ext cx="6797675" cy="1326389"/>
        </a:xfrm>
        <a:prstGeom prst="roundRect">
          <a:avLst/>
        </a:prstGeom>
        <a:solidFill>
          <a:schemeClr val="accent5">
            <a:hueOff val="785595"/>
            <a:satOff val="-3757"/>
            <a:lumOff val="41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2. </a:t>
          </a:r>
          <a:r>
            <a:rPr lang="en-US" sz="3300" kern="1200" dirty="0" err="1"/>
            <a:t>Phát</a:t>
          </a:r>
          <a:r>
            <a:rPr lang="en-US" sz="3300" kern="1200" dirty="0"/>
            <a:t> </a:t>
          </a:r>
          <a:r>
            <a:rPr lang="en-US" sz="3300" kern="1200" dirty="0" err="1"/>
            <a:t>triển</a:t>
          </a:r>
          <a:r>
            <a:rPr lang="en-US" sz="3300" kern="1200" dirty="0"/>
            <a:t> </a:t>
          </a:r>
          <a:r>
            <a:rPr lang="en-US" sz="3300" kern="1200" dirty="0" err="1"/>
            <a:t>tính</a:t>
          </a:r>
          <a:r>
            <a:rPr lang="en-US" sz="3300" kern="1200" dirty="0"/>
            <a:t> </a:t>
          </a:r>
          <a:r>
            <a:rPr lang="en-US" sz="3300" kern="1200" dirty="0" err="1"/>
            <a:t>năng</a:t>
          </a:r>
          <a:r>
            <a:rPr lang="en-US" sz="3300" kern="1200" dirty="0"/>
            <a:t> </a:t>
          </a:r>
          <a:r>
            <a:rPr lang="en-US" sz="3300" kern="1200" dirty="0" err="1"/>
            <a:t>thêm</a:t>
          </a:r>
          <a:r>
            <a:rPr lang="en-US" sz="3300" kern="1200" dirty="0"/>
            <a:t> </a:t>
          </a:r>
          <a:r>
            <a:rPr lang="en-US" sz="3300" kern="1200" dirty="0" err="1"/>
            <a:t>vào</a:t>
          </a:r>
          <a:r>
            <a:rPr lang="en-US" sz="3300" kern="1200" dirty="0"/>
            <a:t> </a:t>
          </a:r>
          <a:r>
            <a:rPr lang="en-US" sz="3300" kern="1200" dirty="0" err="1"/>
            <a:t>giỏ</a:t>
          </a:r>
          <a:r>
            <a:rPr lang="en-US" sz="3300" kern="1200" dirty="0"/>
            <a:t> </a:t>
          </a:r>
          <a:r>
            <a:rPr lang="en-US" sz="3300" kern="1200" dirty="0" err="1"/>
            <a:t>hàng</a:t>
          </a:r>
          <a:endParaRPr lang="en-US" sz="3300" kern="1200" dirty="0"/>
        </a:p>
      </dsp:txBody>
      <dsp:txXfrm>
        <a:off x="64749" y="1515795"/>
        <a:ext cx="6668177" cy="1196891"/>
      </dsp:txXfrm>
    </dsp:sp>
    <dsp:sp modelId="{5C48D59D-D799-48EE-A851-3AC4963859E9}">
      <dsp:nvSpPr>
        <dsp:cNvPr id="0" name=""/>
        <dsp:cNvSpPr/>
      </dsp:nvSpPr>
      <dsp:spPr>
        <a:xfrm>
          <a:off x="0" y="2872476"/>
          <a:ext cx="6797675" cy="1326389"/>
        </a:xfrm>
        <a:prstGeom prst="roundRect">
          <a:avLst/>
        </a:prstGeom>
        <a:solidFill>
          <a:schemeClr val="accent5">
            <a:hueOff val="1571189"/>
            <a:satOff val="-7513"/>
            <a:lumOff val="8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3. </a:t>
          </a:r>
          <a:r>
            <a:rPr lang="en-US" sz="3300" kern="1200" dirty="0" err="1"/>
            <a:t>Phát</a:t>
          </a:r>
          <a:r>
            <a:rPr lang="en-US" sz="3300" kern="1200" dirty="0"/>
            <a:t> </a:t>
          </a:r>
          <a:r>
            <a:rPr lang="en-US" sz="3300" kern="1200" dirty="0" err="1"/>
            <a:t>triển</a:t>
          </a:r>
          <a:r>
            <a:rPr lang="en-US" sz="3300" kern="1200" dirty="0"/>
            <a:t> </a:t>
          </a:r>
          <a:r>
            <a:rPr lang="en-US" sz="3300" kern="1200" dirty="0" err="1"/>
            <a:t>trang</a:t>
          </a:r>
          <a:r>
            <a:rPr lang="en-US" sz="3300" kern="1200" dirty="0"/>
            <a:t> detail </a:t>
          </a:r>
          <a:r>
            <a:rPr lang="en-US" sz="3300" kern="1200" dirty="0" err="1"/>
            <a:t>cho</a:t>
          </a:r>
          <a:r>
            <a:rPr lang="en-US" sz="3300" kern="1200" dirty="0"/>
            <a:t> </a:t>
          </a:r>
          <a:r>
            <a:rPr lang="en-US" sz="3300" kern="1200" dirty="0" err="1"/>
            <a:t>sản</a:t>
          </a:r>
          <a:r>
            <a:rPr lang="en-US" sz="3300" kern="1200" dirty="0"/>
            <a:t> </a:t>
          </a:r>
          <a:r>
            <a:rPr lang="en-US" sz="3300" kern="1200" dirty="0" err="1"/>
            <a:t>phẩm</a:t>
          </a:r>
          <a:endParaRPr lang="en-US" sz="3300" kern="1200" dirty="0"/>
        </a:p>
      </dsp:txBody>
      <dsp:txXfrm>
        <a:off x="64749" y="2937225"/>
        <a:ext cx="6668177" cy="1196891"/>
      </dsp:txXfrm>
    </dsp:sp>
    <dsp:sp modelId="{363117D9-90AB-4C31-A5AD-799A5079B9CA}">
      <dsp:nvSpPr>
        <dsp:cNvPr id="0" name=""/>
        <dsp:cNvSpPr/>
      </dsp:nvSpPr>
      <dsp:spPr>
        <a:xfrm>
          <a:off x="0" y="4293905"/>
          <a:ext cx="6797675" cy="1326389"/>
        </a:xfrm>
        <a:prstGeom prst="roundRect">
          <a:avLst/>
        </a:prstGeom>
        <a:solidFill>
          <a:schemeClr val="accent5">
            <a:hueOff val="2356783"/>
            <a:satOff val="-11270"/>
            <a:lumOff val="1235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4. </a:t>
          </a:r>
          <a:r>
            <a:rPr lang="en-US" sz="3300" kern="1200" dirty="0" err="1"/>
            <a:t>Thêm</a:t>
          </a:r>
          <a:r>
            <a:rPr lang="en-US" sz="3300" kern="1200" dirty="0"/>
            <a:t> </a:t>
          </a:r>
          <a:r>
            <a:rPr lang="en-US" sz="3300" kern="1200" dirty="0" err="1"/>
            <a:t>tính</a:t>
          </a:r>
          <a:r>
            <a:rPr lang="en-US" sz="3300" kern="1200" dirty="0"/>
            <a:t> </a:t>
          </a:r>
          <a:r>
            <a:rPr lang="en-US" sz="3300" kern="1200" dirty="0" err="1"/>
            <a:t>năng</a:t>
          </a:r>
          <a:r>
            <a:rPr lang="en-US" sz="3300" kern="1200" dirty="0"/>
            <a:t> </a:t>
          </a:r>
          <a:r>
            <a:rPr lang="en-US" sz="3300" kern="1200" dirty="0" err="1"/>
            <a:t>tìm</a:t>
          </a:r>
          <a:r>
            <a:rPr lang="en-US" sz="3300" kern="1200" dirty="0"/>
            <a:t> </a:t>
          </a:r>
          <a:r>
            <a:rPr lang="en-US" sz="3300" kern="1200" dirty="0" err="1"/>
            <a:t>kiếm</a:t>
          </a:r>
          <a:endParaRPr lang="en-US" sz="3300" kern="1200" dirty="0"/>
        </a:p>
      </dsp:txBody>
      <dsp:txXfrm>
        <a:off x="64749" y="4358654"/>
        <a:ext cx="6668177" cy="1196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23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51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93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76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71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491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91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98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47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02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820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384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0B0866-3691-4A1C-2C95-B3BCAFFA5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9318875" cy="3686015"/>
          </a:xfrm>
        </p:spPr>
        <p:txBody>
          <a:bodyPr>
            <a:normAutofit/>
          </a:bodyPr>
          <a:lstStyle/>
          <a:p>
            <a:r>
              <a:rPr lang="en-US" sz="3600" dirty="0"/>
              <a:t>Website Bán </a:t>
            </a:r>
            <a:r>
              <a:rPr lang="en-US" sz="3600" dirty="0" err="1"/>
              <a:t>Hàng</a:t>
            </a: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0E87D-EBE1-2671-9D67-323368EB3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Bởi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Võ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Ngọc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Nguyên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Khang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E25A5B-6995-DFD7-99C7-35EC8E6DBF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90" r="23718"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907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0D754-56BA-2CD4-79E1-5230A611D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/>
              <a:t>NỘI DUNG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35022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B6B14AE-589A-45CC-A30D-41995FC1F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CDD5FE11-AF2D-EB5D-6F2B-EC22FCB0E0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7230914"/>
              </p:ext>
            </p:extLst>
          </p:nvPr>
        </p:nvGraphicFramePr>
        <p:xfrm>
          <a:off x="4648201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6519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FF072-41AD-AFBA-CB23-246C6D3F4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>
                <a:solidFill>
                  <a:schemeClr val="tx1"/>
                </a:solidFill>
              </a:rPr>
              <a:t>Ý TƯỞNG</a:t>
            </a:r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6" name="Picture 6" descr="Alibaba.com - Thị trường B2B - Ứng dụng trên Google Play">
            <a:extLst>
              <a:ext uri="{FF2B5EF4-FFF2-40B4-BE49-F238E27FC236}">
                <a16:creationId xmlns:a16="http://schemas.microsoft.com/office/drawing/2014/main" id="{5A1EA3C9-D73B-37A5-8E2A-1FEB9B2D6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114" y="2113136"/>
            <a:ext cx="3379891" cy="240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ogo Amazon: Khám Phá Ý Nghĩa và Quá Trình Hình Thành">
            <a:extLst>
              <a:ext uri="{FF2B5EF4-FFF2-40B4-BE49-F238E27FC236}">
                <a16:creationId xmlns:a16="http://schemas.microsoft.com/office/drawing/2014/main" id="{E7CA4842-8AED-7280-C51C-DE4FFD3D4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72241" y="1978265"/>
            <a:ext cx="3583439" cy="1944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Tải Ngay Shopee App - Ứng Dụng Mua Sắm Hàng Đầu | Shopee Việt Nam">
            <a:extLst>
              <a:ext uri="{FF2B5EF4-FFF2-40B4-BE49-F238E27FC236}">
                <a16:creationId xmlns:a16="http://schemas.microsoft.com/office/drawing/2014/main" id="{B82E7935-6376-3DD1-9DB4-94A800AAD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45392" y="4280102"/>
            <a:ext cx="3638267" cy="19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153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101B2-3185-1B3F-DD4C-AC3A6C8A9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273186"/>
            <a:ext cx="10445793" cy="119311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/>
                </a:solidFill>
              </a:rPr>
              <a:t>TỔNG QUAN VỀ TRANG WEB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34A78D-6FFD-E2D6-3E34-71B12A052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660869"/>
            <a:ext cx="3131213" cy="1565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90A756-41FC-5B71-7301-02B44FA25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270" y="1648632"/>
            <a:ext cx="3107374" cy="1592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332D45-B042-D00F-1AC5-33B09663B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423" y="1652517"/>
            <a:ext cx="3107374" cy="1584760"/>
          </a:xfrm>
          <a:prstGeom prst="rect">
            <a:avLst/>
          </a:prstGeom>
        </p:spPr>
      </p:pic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5412" y="5603464"/>
            <a:ext cx="100712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C22DE4C3-F301-467F-AA92-57A8FB152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00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DFF9A-E713-498B-007B-EE70849A3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Những </a:t>
            </a:r>
            <a:r>
              <a:rPr lang="en-US" sz="3600" dirty="0" err="1">
                <a:solidFill>
                  <a:schemeClr val="bg1"/>
                </a:solidFill>
              </a:rPr>
              <a:t>điểm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nổi</a:t>
            </a:r>
            <a:r>
              <a:rPr lang="en-US" sz="3600" dirty="0">
                <a:solidFill>
                  <a:schemeClr val="bg1"/>
                </a:solidFill>
              </a:rPr>
              <a:t> </a:t>
            </a:r>
            <a:r>
              <a:rPr lang="en-US" sz="3600" dirty="0" err="1">
                <a:solidFill>
                  <a:schemeClr val="bg1"/>
                </a:solidFill>
              </a:rPr>
              <a:t>trội</a:t>
            </a:r>
            <a:endParaRPr lang="en-US" sz="3600" dirty="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7BABBB-4724-AF3D-BEA1-4582D3AE7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37947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4669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41A6C4-2847-82D4-DD3A-8C19E90D0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/>
              <a:t>Nhược điểm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35022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8B6B14AE-589A-45CC-A30D-41995FC1F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15177E-9508-6583-1926-EC0847AFDB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7517185"/>
              </p:ext>
            </p:extLst>
          </p:nvPr>
        </p:nvGraphicFramePr>
        <p:xfrm>
          <a:off x="4648201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37921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E87B8-2657-BCA0-1AD0-56A84FCC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Hướng phát triển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F8878A3-88FE-04BB-1B5D-7B929DD3F4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472837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850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Wood human figure">
            <a:extLst>
              <a:ext uri="{FF2B5EF4-FFF2-40B4-BE49-F238E27FC236}">
                <a16:creationId xmlns:a16="http://schemas.microsoft.com/office/drawing/2014/main" id="{FE1F4C54-5252-775E-8292-2C329744D8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EFC1EB0-DB92-4E98-B3A9-0CD6FA5A8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38326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1E2804-D698-DC1E-2535-CE5434F94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277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QUESTION TIME !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95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415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35+ mẫu slide cảm ơn powerpoint đẹp cho bài thuyết trình chuyên nghiệp">
            <a:extLst>
              <a:ext uri="{FF2B5EF4-FFF2-40B4-BE49-F238E27FC236}">
                <a16:creationId xmlns:a16="http://schemas.microsoft.com/office/drawing/2014/main" id="{E12EF43E-5F2E-3E0D-C052-4930D37DC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74"/>
          <a:stretch/>
        </p:blipFill>
        <p:spPr bwMode="auto">
          <a:xfrm>
            <a:off x="20" y="975"/>
            <a:ext cx="1219198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B94BE868-D43F-4940-8CE9-93D953A11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992622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099B6E-8D87-0947-BDE3-AA190940F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16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CẢM ƠN MỌI NGƯỜI !</a:t>
            </a:r>
          </a:p>
        </p:txBody>
      </p: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691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149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Georgia Pro Cond Light</vt:lpstr>
      <vt:lpstr>Speak Pro</vt:lpstr>
      <vt:lpstr>RetrospectVTI</vt:lpstr>
      <vt:lpstr>Website Bán Hàng</vt:lpstr>
      <vt:lpstr>NỘI DUNG</vt:lpstr>
      <vt:lpstr>Ý TƯỞNG</vt:lpstr>
      <vt:lpstr>TỔNG QUAN VỀ TRANG WEB</vt:lpstr>
      <vt:lpstr>Những điểm nổi trội</vt:lpstr>
      <vt:lpstr>Nhược điểm</vt:lpstr>
      <vt:lpstr>Hướng phát triển</vt:lpstr>
      <vt:lpstr>QUESTION TIME !</vt:lpstr>
      <vt:lpstr>CẢM ƠN MỌI NGƯỜI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Khang-Vo Ngoc Nguyen:C191803003</dc:creator>
  <cp:lastModifiedBy>Khang-Vo Ngoc Nguyen:C191803003</cp:lastModifiedBy>
  <cp:revision>3</cp:revision>
  <dcterms:created xsi:type="dcterms:W3CDTF">2025-02-21T14:10:36Z</dcterms:created>
  <dcterms:modified xsi:type="dcterms:W3CDTF">2025-08-09T14:23:10Z</dcterms:modified>
</cp:coreProperties>
</file>